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6.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presProps.xml" ContentType="application/vnd.openxmlformats-officedocument.presentationml.presProps+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a:r>
              <a:rPr lang="en-US" sz="6000" b="1" u="none" strike="noStrike">
                <a:solidFill>
                  <a:srgbClr val="013566"/>
                </a:solidFill>
                <a:effectLst/>
                <a:uFillTx/>
                <a:latin typeface="Arial"/>
              </a:rPr>
              <a:t>Cli</a:t>
            </a:r>
            <a:r>
              <a:rPr lang="en-US" sz="6000" b="1" u="none" strike="noStrike">
                <a:solidFill>
                  <a:srgbClr val="013566"/>
                </a:solidFill>
                <a:effectLst/>
                <a:uFillTx/>
                <a:latin typeface="Arial"/>
              </a:rPr>
              <a:t>ck </a:t>
            </a:r>
            <a:r>
              <a:rPr lang="en-US" sz="6000" b="1" u="none" strike="noStrike">
                <a:solidFill>
                  <a:srgbClr val="013566"/>
                </a:solidFill>
                <a:effectLst/>
                <a:uFillTx/>
                <a:latin typeface="Arial"/>
              </a:rPr>
              <a:t>to </a:t>
            </a:r>
            <a:r>
              <a:rPr lang="en-US" sz="6000" b="1" u="none" strike="noStrike">
                <a:solidFill>
                  <a:srgbClr val="013566"/>
                </a:solidFill>
                <a:effectLst/>
                <a:uFillTx/>
                <a:latin typeface="Arial"/>
              </a:rPr>
              <a:t>mo</a:t>
            </a:r>
            <a:r>
              <a:rPr lang="en-US" sz="6000" b="1" u="none" strike="noStrike">
                <a:solidFill>
                  <a:srgbClr val="013566"/>
                </a:solidFill>
                <a:effectLst/>
                <a:uFillTx/>
                <a:latin typeface="Arial"/>
              </a:rPr>
              <a:t>ve </a:t>
            </a:r>
            <a:r>
              <a:rPr lang="en-US" sz="6000" b="1" u="none" strike="noStrike">
                <a:solidFill>
                  <a:srgbClr val="013566"/>
                </a:solidFill>
                <a:effectLst/>
                <a:uFillTx/>
                <a:latin typeface="Arial"/>
              </a:rPr>
              <a:t>the </a:t>
            </a:r>
            <a:r>
              <a:rPr lang="en-US" sz="6000" b="1" u="none" strike="noStrike">
                <a:solidFill>
                  <a:srgbClr val="013566"/>
                </a:solidFill>
                <a:effectLst/>
                <a:uFillTx/>
                <a:latin typeface="Arial"/>
              </a:rPr>
              <a:t>sli</a:t>
            </a:r>
            <a:r>
              <a:rPr lang="en-US" sz="6000" b="1" u="none" strike="noStrike">
                <a:solidFill>
                  <a:srgbClr val="013566"/>
                </a:solidFill>
                <a:effectLst/>
                <a:uFillTx/>
                <a:latin typeface="Arial"/>
              </a:rPr>
              <a:t>de</a:t>
            </a:r>
            <a:endParaRPr lang="en-US" sz="6000" b="1" u="none" strike="noStrike">
              <a:solidFill>
                <a:srgbClr val="013566"/>
              </a:solidFill>
              <a:effectLst/>
              <a:uFillTx/>
              <a:latin typeface="Arial"/>
            </a:endParaRPr>
          </a:p>
        </p:txBody>
      </p:sp>
      <p:sp>
        <p:nvSpPr>
          <p:cNvPr id="29"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a:t>
            </a:r>
            <a:r>
              <a:rPr lang="en-US" sz="2000" b="0" u="none" strike="noStrike">
                <a:solidFill>
                  <a:srgbClr val="000000"/>
                </a:solidFill>
                <a:effectLst/>
                <a:uFillTx/>
                <a:latin typeface="Arial"/>
              </a:rPr>
              <a:t>edit the </a:t>
            </a:r>
            <a:r>
              <a:rPr lang="en-US" sz="2000" b="0" u="none" strike="noStrike">
                <a:solidFill>
                  <a:srgbClr val="000000"/>
                </a:solidFill>
                <a:effectLst/>
                <a:uFillTx/>
                <a:latin typeface="Arial"/>
              </a:rPr>
              <a:t>notes </a:t>
            </a:r>
            <a:r>
              <a:rPr lang="en-US" sz="2000" b="0" u="none" strike="noStrike">
                <a:solidFill>
                  <a:srgbClr val="000000"/>
                </a:solidFill>
                <a:effectLst/>
                <a:uFillTx/>
                <a:latin typeface="Arial"/>
              </a:rPr>
              <a:t>format</a:t>
            </a:r>
            <a:endParaRPr lang="en-US" sz="2000" b="0" u="none" strike="noStrike">
              <a:solidFill>
                <a:srgbClr val="000000"/>
              </a:solidFill>
              <a:effectLst/>
              <a:uFillTx/>
              <a:latin typeface="Arial"/>
            </a:endParaRPr>
          </a:p>
        </p:txBody>
      </p:sp>
      <p:sp>
        <p:nvSpPr>
          <p:cNvPr id="30"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31" name="PlaceHolder 4"/>
          <p:cNvSpPr>
            <a:spLocks noGrp="1"/>
          </p:cNvSpPr>
          <p:nvPr>
            <p:ph type="dt" idx="16"/>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2" name="PlaceHolder 5"/>
          <p:cNvSpPr>
            <a:spLocks noGrp="1"/>
          </p:cNvSpPr>
          <p:nvPr>
            <p:ph type="ftr" idx="17"/>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3" name="PlaceHolder 6"/>
          <p:cNvSpPr>
            <a:spLocks noGrp="1"/>
          </p:cNvSpPr>
          <p:nvPr>
            <p:ph type="sldNum" idx="18"/>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42C4F23-0B8B-4AEA-8634-3A09503274C0}"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sldImg"/>
          </p:nvPr>
        </p:nvSpPr>
        <p:spPr>
          <a:xfrm>
            <a:off x="0" y="0"/>
            <a:ext cx="0" cy="0"/>
          </a:xfrm>
          <a:prstGeom prst="rect">
            <a:avLst/>
          </a:prstGeom>
          <a:ln w="0">
            <a:noFill/>
          </a:ln>
        </p:spPr>
      </p:sp>
      <p:sp>
        <p:nvSpPr>
          <p:cNvPr id="7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Hi, I'm </a:t>
            </a:r>
            <a:r>
              <a:rPr lang="en-US" sz="2000" b="0" u="none" strike="noStrike">
                <a:solidFill>
                  <a:srgbClr val="000000"/>
                </a:solidFill>
                <a:effectLst/>
                <a:uFillTx/>
                <a:latin typeface="Arial"/>
              </a:rPr>
              <a:t>Brandon </a:t>
            </a:r>
            <a:r>
              <a:rPr lang="en-US" sz="2000" b="0" u="none" strike="noStrike">
                <a:solidFill>
                  <a:srgbClr val="000000"/>
                </a:solidFill>
                <a:effectLst/>
                <a:uFillTx/>
                <a:latin typeface="Arial"/>
              </a:rPr>
              <a:t>Magoni. </a:t>
            </a:r>
            <a:r>
              <a:rPr lang="en-US" sz="2000" b="0" u="none" strike="noStrike">
                <a:solidFill>
                  <a:srgbClr val="000000"/>
                </a:solidFill>
                <a:effectLst/>
                <a:uFillTx/>
                <a:latin typeface="Arial"/>
              </a:rPr>
              <a:t>In this </a:t>
            </a:r>
            <a:r>
              <a:rPr lang="en-US" sz="2000" b="0" u="none" strike="noStrike">
                <a:solidFill>
                  <a:srgbClr val="000000"/>
                </a:solidFill>
                <a:effectLst/>
                <a:uFillTx/>
                <a:latin typeface="Arial"/>
              </a:rPr>
              <a:t>lesson, I </a:t>
            </a:r>
            <a:r>
              <a:rPr lang="en-US" sz="2000" b="0" u="none" strike="noStrike">
                <a:solidFill>
                  <a:srgbClr val="000000"/>
                </a:solidFill>
                <a:effectLst/>
                <a:uFillTx/>
                <a:latin typeface="Arial"/>
              </a:rPr>
              <a:t>will </a:t>
            </a:r>
            <a:r>
              <a:rPr lang="en-US" sz="2000" b="0" u="none" strike="noStrike">
                <a:solidFill>
                  <a:srgbClr val="000000"/>
                </a:solidFill>
                <a:effectLst/>
                <a:uFillTx/>
                <a:latin typeface="Arial"/>
              </a:rPr>
              <a:t>explain </a:t>
            </a:r>
            <a:r>
              <a:rPr lang="en-US" sz="2000" b="0" u="none" strike="noStrike">
                <a:solidFill>
                  <a:srgbClr val="000000"/>
                </a:solidFill>
                <a:effectLst/>
                <a:uFillTx/>
                <a:latin typeface="Arial"/>
              </a:rPr>
              <a:t>specificati</a:t>
            </a:r>
            <a:r>
              <a:rPr lang="en-US" sz="2000" b="0" u="none" strike="noStrike">
                <a:solidFill>
                  <a:srgbClr val="000000"/>
                </a:solidFill>
                <a:effectLst/>
                <a:uFillTx/>
                <a:latin typeface="Arial"/>
              </a:rPr>
              <a:t>on testing </a:t>
            </a:r>
            <a:r>
              <a:rPr lang="en-US" sz="2000" b="0" u="none" strike="noStrike">
                <a:solidFill>
                  <a:srgbClr val="000000"/>
                </a:solidFill>
                <a:effectLst/>
                <a:uFillTx/>
                <a:latin typeface="Arial"/>
              </a:rPr>
              <a:t>and </a:t>
            </a:r>
            <a:r>
              <a:rPr lang="en-US" sz="2000" b="0" u="none" strike="noStrike">
                <a:solidFill>
                  <a:srgbClr val="000000"/>
                </a:solidFill>
                <a:effectLst/>
                <a:uFillTx/>
                <a:latin typeface="Arial"/>
              </a:rPr>
              <a:t>demonstr</a:t>
            </a:r>
            <a:r>
              <a:rPr lang="en-US" sz="2000" b="0" u="none" strike="noStrike">
                <a:solidFill>
                  <a:srgbClr val="000000"/>
                </a:solidFill>
                <a:effectLst/>
                <a:uFillTx/>
                <a:latin typeface="Arial"/>
              </a:rPr>
              <a:t>ate it </a:t>
            </a:r>
            <a:r>
              <a:rPr lang="en-US" sz="2000" b="0" u="none" strike="noStrike">
                <a:solidFill>
                  <a:srgbClr val="000000"/>
                </a:solidFill>
                <a:effectLst/>
                <a:uFillTx/>
                <a:latin typeface="Arial"/>
              </a:rPr>
              <a:t>using a </a:t>
            </a:r>
            <a:r>
              <a:rPr lang="en-US" sz="2000" b="0" u="none" strike="noStrike">
                <a:solidFill>
                  <a:srgbClr val="000000"/>
                </a:solidFill>
                <a:effectLst/>
                <a:uFillTx/>
                <a:latin typeface="Arial"/>
              </a:rPr>
              <a:t>small </a:t>
            </a:r>
            <a:r>
              <a:rPr lang="en-US" sz="2000" b="0" u="none" strike="noStrike">
                <a:solidFill>
                  <a:srgbClr val="000000"/>
                </a:solidFill>
                <a:effectLst/>
                <a:uFillTx/>
                <a:latin typeface="Arial"/>
              </a:rPr>
              <a:t>parking-</a:t>
            </a:r>
            <a:r>
              <a:rPr lang="en-US" sz="2000" b="0" u="none" strike="noStrike">
                <a:solidFill>
                  <a:srgbClr val="000000"/>
                </a:solidFill>
                <a:effectLst/>
                <a:uFillTx/>
                <a:latin typeface="Arial"/>
              </a:rPr>
              <a:t>charge </a:t>
            </a:r>
            <a:r>
              <a:rPr lang="en-US" sz="2000" b="0" u="none" strike="noStrike">
                <a:solidFill>
                  <a:srgbClr val="000000"/>
                </a:solidFill>
                <a:effectLst/>
                <a:uFillTx/>
                <a:latin typeface="Arial"/>
              </a:rPr>
              <a:t>calculator </a:t>
            </a:r>
            <a:r>
              <a:rPr lang="en-US" sz="2000" b="0" u="none" strike="noStrike">
                <a:solidFill>
                  <a:srgbClr val="000000"/>
                </a:solidFill>
                <a:effectLst/>
                <a:uFillTx/>
                <a:latin typeface="Arial"/>
              </a:rPr>
              <a:t>written in </a:t>
            </a:r>
            <a:r>
              <a:rPr lang="en-US" sz="2000" b="0" u="none" strike="noStrike">
                <a:solidFill>
                  <a:srgbClr val="000000"/>
                </a:solidFill>
                <a:effectLst/>
                <a:uFillTx/>
                <a:latin typeface="Arial"/>
              </a:rPr>
              <a:t>C. I will </a:t>
            </a:r>
            <a:r>
              <a:rPr lang="en-US" sz="2000" b="0" u="none" strike="noStrike">
                <a:solidFill>
                  <a:srgbClr val="000000"/>
                </a:solidFill>
                <a:effectLst/>
                <a:uFillTx/>
                <a:latin typeface="Arial"/>
              </a:rPr>
              <a:t>start with </a:t>
            </a:r>
            <a:r>
              <a:rPr lang="en-US" sz="2000" b="0" u="none" strike="noStrike">
                <a:solidFill>
                  <a:srgbClr val="000000"/>
                </a:solidFill>
                <a:effectLst/>
                <a:uFillTx/>
                <a:latin typeface="Arial"/>
              </a:rPr>
              <a:t>written </a:t>
            </a:r>
            <a:r>
              <a:rPr lang="en-US" sz="2000" b="0" u="none" strike="noStrike">
                <a:solidFill>
                  <a:srgbClr val="000000"/>
                </a:solidFill>
                <a:effectLst/>
                <a:uFillTx/>
                <a:latin typeface="Arial"/>
              </a:rPr>
              <a:t>requireme</a:t>
            </a:r>
            <a:r>
              <a:rPr lang="en-US" sz="2000" b="0" u="none" strike="noStrike">
                <a:solidFill>
                  <a:srgbClr val="000000"/>
                </a:solidFill>
                <a:effectLst/>
                <a:uFillTx/>
                <a:latin typeface="Arial"/>
              </a:rPr>
              <a:t>nts, use </a:t>
            </a:r>
            <a:r>
              <a:rPr lang="en-US" sz="2000" b="0" u="none" strike="noStrike">
                <a:solidFill>
                  <a:srgbClr val="000000"/>
                </a:solidFill>
                <a:effectLst/>
                <a:uFillTx/>
                <a:latin typeface="Arial"/>
              </a:rPr>
              <a:t>them to </a:t>
            </a:r>
            <a:r>
              <a:rPr lang="en-US" sz="2000" b="0" u="none" strike="noStrike">
                <a:solidFill>
                  <a:srgbClr val="000000"/>
                </a:solidFill>
                <a:effectLst/>
                <a:uFillTx/>
                <a:latin typeface="Arial"/>
              </a:rPr>
              <a:t>choose </a:t>
            </a:r>
            <a:r>
              <a:rPr lang="en-US" sz="2000" b="0" u="none" strike="noStrike">
                <a:solidFill>
                  <a:srgbClr val="000000"/>
                </a:solidFill>
                <a:effectLst/>
                <a:uFillTx/>
                <a:latin typeface="Arial"/>
              </a:rPr>
              <a:t>test inputs </a:t>
            </a:r>
            <a:r>
              <a:rPr lang="en-US" sz="2000" b="0" u="none" strike="noStrike">
                <a:solidFill>
                  <a:srgbClr val="000000"/>
                </a:solidFill>
                <a:effectLst/>
                <a:uFillTx/>
                <a:latin typeface="Arial"/>
              </a:rPr>
              <a:t>and </a:t>
            </a:r>
            <a:r>
              <a:rPr lang="en-US" sz="2000" b="0" u="none" strike="noStrike">
                <a:solidFill>
                  <a:srgbClr val="000000"/>
                </a:solidFill>
                <a:effectLst/>
                <a:uFillTx/>
                <a:latin typeface="Arial"/>
              </a:rPr>
              <a:t>expected </a:t>
            </a:r>
            <a:r>
              <a:rPr lang="en-US" sz="2000" b="0" u="none" strike="noStrike">
                <a:solidFill>
                  <a:srgbClr val="000000"/>
                </a:solidFill>
                <a:effectLst/>
                <a:uFillTx/>
                <a:latin typeface="Arial"/>
              </a:rPr>
              <a:t>results, </a:t>
            </a:r>
            <a:r>
              <a:rPr lang="en-US" sz="2000" b="0" u="none" strike="noStrike">
                <a:solidFill>
                  <a:srgbClr val="000000"/>
                </a:solidFill>
                <a:effectLst/>
                <a:uFillTx/>
                <a:latin typeface="Arial"/>
              </a:rPr>
              <a:t>and </a:t>
            </a:r>
            <a:r>
              <a:rPr lang="en-US" sz="2000" b="0" u="none" strike="noStrike">
                <a:solidFill>
                  <a:srgbClr val="000000"/>
                </a:solidFill>
                <a:effectLst/>
                <a:uFillTx/>
                <a:latin typeface="Arial"/>
              </a:rPr>
              <a:t>automate </a:t>
            </a:r>
            <a:r>
              <a:rPr lang="en-US" sz="2000" b="0" u="none" strike="noStrike">
                <a:solidFill>
                  <a:srgbClr val="000000"/>
                </a:solidFill>
                <a:effectLst/>
                <a:uFillTx/>
                <a:latin typeface="Arial"/>
              </a:rPr>
              <a:t>those </a:t>
            </a:r>
            <a:r>
              <a:rPr lang="en-US" sz="2000" b="0" u="none" strike="noStrike">
                <a:solidFill>
                  <a:srgbClr val="000000"/>
                </a:solidFill>
                <a:effectLst/>
                <a:uFillTx/>
                <a:latin typeface="Arial"/>
              </a:rPr>
              <a:t>checks </a:t>
            </a:r>
            <a:r>
              <a:rPr lang="en-US" sz="2000" b="0" u="none" strike="noStrike">
                <a:solidFill>
                  <a:srgbClr val="000000"/>
                </a:solidFill>
                <a:effectLst/>
                <a:uFillTx/>
                <a:latin typeface="Arial"/>
              </a:rPr>
              <a:t>with </a:t>
            </a:r>
            <a:r>
              <a:rPr lang="en-US" sz="2000" b="0" u="none" strike="noStrike">
                <a:solidFill>
                  <a:srgbClr val="000000"/>
                </a:solidFill>
                <a:effectLst/>
                <a:uFillTx/>
                <a:latin typeface="Arial"/>
              </a:rPr>
              <a:t>cmocka. </a:t>
            </a:r>
            <a:r>
              <a:rPr lang="en-US" sz="2000" b="0" u="none" strike="noStrike">
                <a:solidFill>
                  <a:srgbClr val="000000"/>
                </a:solidFill>
                <a:effectLst/>
                <a:uFillTx/>
                <a:latin typeface="Arial"/>
              </a:rPr>
              <a:t>Then I will </a:t>
            </a:r>
            <a:r>
              <a:rPr lang="en-US" sz="2000" b="0" u="none" strike="noStrike">
                <a:solidFill>
                  <a:srgbClr val="000000"/>
                </a:solidFill>
                <a:effectLst/>
                <a:uFillTx/>
                <a:latin typeface="Arial"/>
              </a:rPr>
              <a:t>show a </a:t>
            </a:r>
            <a:r>
              <a:rPr lang="en-US" sz="2000" b="0" u="none" strike="noStrike">
                <a:solidFill>
                  <a:srgbClr val="000000"/>
                </a:solidFill>
                <a:effectLst/>
                <a:uFillTx/>
                <a:latin typeface="Arial"/>
              </a:rPr>
              <a:t>deliberatel</a:t>
            </a:r>
            <a:r>
              <a:rPr lang="en-US" sz="2000" b="0" u="none" strike="noStrike">
                <a:solidFill>
                  <a:srgbClr val="000000"/>
                </a:solidFill>
                <a:effectLst/>
                <a:uFillTx/>
                <a:latin typeface="Arial"/>
              </a:rPr>
              <a:t>y incorrect </a:t>
            </a:r>
            <a:r>
              <a:rPr lang="en-US" sz="2000" b="0" u="none" strike="noStrike">
                <a:solidFill>
                  <a:srgbClr val="000000"/>
                </a:solidFill>
                <a:effectLst/>
                <a:uFillTx/>
                <a:latin typeface="Arial"/>
              </a:rPr>
              <a:t>version, </a:t>
            </a:r>
            <a:r>
              <a:rPr lang="en-US" sz="2000" b="0" u="none" strike="noStrike">
                <a:solidFill>
                  <a:srgbClr val="000000"/>
                </a:solidFill>
                <a:effectLst/>
                <a:uFillTx/>
                <a:latin typeface="Arial"/>
              </a:rPr>
              <a:t>explain </a:t>
            </a:r>
            <a:r>
              <a:rPr lang="en-US" sz="2000" b="0" u="none" strike="noStrike">
                <a:solidFill>
                  <a:srgbClr val="000000"/>
                </a:solidFill>
                <a:effectLst/>
                <a:uFillTx/>
                <a:latin typeface="Arial"/>
              </a:rPr>
              <a:t>which </a:t>
            </a:r>
            <a:r>
              <a:rPr lang="en-US" sz="2000" b="0" u="none" strike="noStrike">
                <a:solidFill>
                  <a:srgbClr val="000000"/>
                </a:solidFill>
                <a:effectLst/>
                <a:uFillTx/>
                <a:latin typeface="Arial"/>
              </a:rPr>
              <a:t>tests fail, </a:t>
            </a:r>
            <a:r>
              <a:rPr lang="en-US" sz="2000" b="0" u="none" strike="noStrike">
                <a:solidFill>
                  <a:srgbClr val="000000"/>
                </a:solidFill>
                <a:effectLst/>
                <a:uFillTx/>
                <a:latin typeface="Arial"/>
              </a:rPr>
              <a:t>and </a:t>
            </a:r>
            <a:r>
              <a:rPr lang="en-US" sz="2000" b="0" u="none" strike="noStrike">
                <a:solidFill>
                  <a:srgbClr val="000000"/>
                </a:solidFill>
                <a:effectLst/>
                <a:uFillTx/>
                <a:latin typeface="Arial"/>
              </a:rPr>
              <a:t>compare </a:t>
            </a:r>
            <a:r>
              <a:rPr lang="en-US" sz="2000" b="0" u="none" strike="noStrike">
                <a:solidFill>
                  <a:srgbClr val="000000"/>
                </a:solidFill>
                <a:effectLst/>
                <a:uFillTx/>
                <a:latin typeface="Arial"/>
              </a:rPr>
              <a:t>its results </a:t>
            </a:r>
            <a:r>
              <a:rPr lang="en-US" sz="2000" b="0" u="none" strike="noStrike">
                <a:solidFill>
                  <a:srgbClr val="000000"/>
                </a:solidFill>
                <a:effectLst/>
                <a:uFillTx/>
                <a:latin typeface="Arial"/>
              </a:rPr>
              <a:t>with the </a:t>
            </a:r>
            <a:r>
              <a:rPr lang="en-US" sz="2000" b="0" u="none" strike="noStrike">
                <a:solidFill>
                  <a:srgbClr val="000000"/>
                </a:solidFill>
                <a:effectLst/>
                <a:uFillTx/>
                <a:latin typeface="Arial"/>
              </a:rPr>
              <a:t>corrected </a:t>
            </a:r>
            <a:r>
              <a:rPr lang="en-US" sz="2000" b="0" u="none" strike="noStrike">
                <a:solidFill>
                  <a:srgbClr val="000000"/>
                </a:solidFill>
                <a:effectLst/>
                <a:uFillTx/>
                <a:latin typeface="Arial"/>
              </a:rPr>
              <a:t>calculatio</a:t>
            </a:r>
            <a:r>
              <a:rPr lang="en-US" sz="2000" b="0" u="none" strike="noStrike">
                <a:solidFill>
                  <a:srgbClr val="000000"/>
                </a:solidFill>
                <a:effectLst/>
                <a:uFillTx/>
                <a:latin typeface="Arial"/>
              </a:rPr>
              <a:t>n. The </a:t>
            </a:r>
            <a:r>
              <a:rPr lang="en-US" sz="2000" b="0" u="none" strike="noStrike">
                <a:solidFill>
                  <a:srgbClr val="000000"/>
                </a:solidFill>
                <a:effectLst/>
                <a:uFillTx/>
                <a:latin typeface="Arial"/>
              </a:rPr>
              <a:t>focus is </a:t>
            </a:r>
            <a:r>
              <a:rPr lang="en-US" sz="2000" b="0" u="none" strike="noStrike">
                <a:solidFill>
                  <a:srgbClr val="000000"/>
                </a:solidFill>
                <a:effectLst/>
                <a:uFillTx/>
                <a:latin typeface="Arial"/>
              </a:rPr>
              <a:t>how to </a:t>
            </a:r>
            <a:r>
              <a:rPr lang="en-US" sz="2000" b="0" u="none" strike="noStrike">
                <a:solidFill>
                  <a:srgbClr val="000000"/>
                </a:solidFill>
                <a:effectLst/>
                <a:uFillTx/>
                <a:latin typeface="Arial"/>
              </a:rPr>
              <a:t>choose </a:t>
            </a:r>
            <a:r>
              <a:rPr lang="en-US" sz="2000" b="0" u="none" strike="noStrike">
                <a:solidFill>
                  <a:srgbClr val="000000"/>
                </a:solidFill>
                <a:effectLst/>
                <a:uFillTx/>
                <a:latin typeface="Arial"/>
              </a:rPr>
              <a:t>useful </a:t>
            </a:r>
            <a:r>
              <a:rPr lang="en-US" sz="2000" b="0" u="none" strike="noStrike">
                <a:solidFill>
                  <a:srgbClr val="000000"/>
                </a:solidFill>
                <a:effectLst/>
                <a:uFillTx/>
                <a:latin typeface="Arial"/>
              </a:rPr>
              <a:t>tests from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required </a:t>
            </a:r>
            <a:r>
              <a:rPr lang="en-US" sz="2000" b="0" u="none" strike="noStrike">
                <a:solidFill>
                  <a:srgbClr val="000000"/>
                </a:solidFill>
                <a:effectLst/>
                <a:uFillTx/>
                <a:latin typeface="Arial"/>
              </a:rPr>
              <a:t>behavior.</a:t>
            </a:r>
            <a:endParaRPr lang="en-US" sz="2000" b="0" u="none" strike="noStrike">
              <a:solidFill>
                <a:srgbClr val="000000"/>
              </a:solidFill>
              <a:effectLst/>
              <a:uFillTx/>
              <a:latin typeface="Arial"/>
            </a:endParaRPr>
          </a:p>
        </p:txBody>
      </p:sp>
      <p:sp>
        <p:nvSpPr>
          <p:cNvPr id="72" name="PlaceHolder 3"/>
          <p:cNvSpPr>
            <a:spLocks noGrp="1"/>
          </p:cNvSpPr>
          <p:nvPr>
            <p:ph type="sldNum" idx="1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sldImg"/>
          </p:nvPr>
        </p:nvSpPr>
        <p:spPr>
          <a:xfrm>
            <a:off x="0" y="0"/>
            <a:ext cx="0" cy="0"/>
          </a:xfrm>
          <a:prstGeom prst="rect">
            <a:avLst/>
          </a:prstGeom>
          <a:ln w="0">
            <a:noFill/>
          </a:ln>
        </p:spPr>
      </p:sp>
      <p:sp>
        <p:nvSpPr>
          <p:cNvPr id="7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Specificati</a:t>
            </a:r>
            <a:r>
              <a:rPr lang="en-US" sz="2000" b="0" u="none" strike="noStrike">
                <a:solidFill>
                  <a:srgbClr val="000000"/>
                </a:solidFill>
                <a:effectLst/>
                <a:uFillTx/>
                <a:latin typeface="Arial"/>
              </a:rPr>
              <a:t>on testing </a:t>
            </a:r>
            <a:r>
              <a:rPr lang="en-US" sz="2000" b="0" u="none" strike="noStrike">
                <a:solidFill>
                  <a:srgbClr val="000000"/>
                </a:solidFill>
                <a:effectLst/>
                <a:uFillTx/>
                <a:latin typeface="Arial"/>
              </a:rPr>
              <a:t>uses the </a:t>
            </a:r>
            <a:r>
              <a:rPr lang="en-US" sz="2000" b="0" u="none" strike="noStrike">
                <a:solidFill>
                  <a:srgbClr val="000000"/>
                </a:solidFill>
                <a:effectLst/>
                <a:uFillTx/>
                <a:latin typeface="Arial"/>
              </a:rPr>
              <a:t>required </a:t>
            </a:r>
            <a:r>
              <a:rPr lang="en-US" sz="2000" b="0" u="none" strike="noStrike">
                <a:solidFill>
                  <a:srgbClr val="000000"/>
                </a:solidFill>
                <a:effectLst/>
                <a:uFillTx/>
                <a:latin typeface="Arial"/>
              </a:rPr>
              <a:t>behavior </a:t>
            </a:r>
            <a:r>
              <a:rPr lang="en-US" sz="2000" b="0" u="none" strike="noStrike">
                <a:solidFill>
                  <a:srgbClr val="000000"/>
                </a:solidFill>
                <a:effectLst/>
                <a:uFillTx/>
                <a:latin typeface="Arial"/>
              </a:rPr>
              <a:t>of a </a:t>
            </a:r>
            <a:r>
              <a:rPr lang="en-US" sz="2000" b="0" u="none" strike="noStrike">
                <a:solidFill>
                  <a:srgbClr val="000000"/>
                </a:solidFill>
                <a:effectLst/>
                <a:uFillTx/>
                <a:latin typeface="Arial"/>
              </a:rPr>
              <a:t>program </a:t>
            </a:r>
            <a:r>
              <a:rPr lang="en-US" sz="2000" b="0" u="none" strike="noStrike">
                <a:solidFill>
                  <a:srgbClr val="000000"/>
                </a:solidFill>
                <a:effectLst/>
                <a:uFillTx/>
                <a:latin typeface="Arial"/>
              </a:rPr>
              <a:t>to design </a:t>
            </a:r>
            <a:r>
              <a:rPr lang="en-US" sz="2000" b="0" u="none" strike="noStrike">
                <a:solidFill>
                  <a:srgbClr val="000000"/>
                </a:solidFill>
                <a:effectLst/>
                <a:uFillTx/>
                <a:latin typeface="Arial"/>
              </a:rPr>
              <a:t>tests. It is </a:t>
            </a:r>
            <a:r>
              <a:rPr lang="en-US" sz="2000" b="0" u="none" strike="noStrike">
                <a:solidFill>
                  <a:srgbClr val="000000"/>
                </a:solidFill>
                <a:effectLst/>
                <a:uFillTx/>
                <a:latin typeface="Arial"/>
              </a:rPr>
              <a:t>a black-</a:t>
            </a:r>
            <a:r>
              <a:rPr lang="en-US" sz="2000" b="0" u="none" strike="noStrike">
                <a:solidFill>
                  <a:srgbClr val="000000"/>
                </a:solidFill>
                <a:effectLst/>
                <a:uFillTx/>
                <a:latin typeface="Arial"/>
              </a:rPr>
              <a:t>box </a:t>
            </a:r>
            <a:r>
              <a:rPr lang="en-US" sz="2000" b="0" u="none" strike="noStrike">
                <a:solidFill>
                  <a:srgbClr val="000000"/>
                </a:solidFill>
                <a:effectLst/>
                <a:uFillTx/>
                <a:latin typeface="Arial"/>
              </a:rPr>
              <a:t>approach </a:t>
            </a:r>
            <a:r>
              <a:rPr lang="en-US" sz="2000" b="0" u="none" strike="noStrike">
                <a:solidFill>
                  <a:srgbClr val="000000"/>
                </a:solidFill>
                <a:effectLst/>
                <a:uFillTx/>
                <a:latin typeface="Arial"/>
              </a:rPr>
              <a:t>because </a:t>
            </a:r>
            <a:r>
              <a:rPr lang="en-US" sz="2000" b="0" u="none" strike="noStrike">
                <a:solidFill>
                  <a:srgbClr val="000000"/>
                </a:solidFill>
                <a:effectLst/>
                <a:uFillTx/>
                <a:latin typeface="Arial"/>
              </a:rPr>
              <a:t>we can </a:t>
            </a:r>
            <a:r>
              <a:rPr lang="en-US" sz="2000" b="0" u="none" strike="noStrike">
                <a:solidFill>
                  <a:srgbClr val="000000"/>
                </a:solidFill>
                <a:effectLst/>
                <a:uFillTx/>
                <a:latin typeface="Arial"/>
              </a:rPr>
              <a:t>decide the </a:t>
            </a:r>
            <a:r>
              <a:rPr lang="en-US" sz="2000" b="0" u="none" strike="noStrike">
                <a:solidFill>
                  <a:srgbClr val="000000"/>
                </a:solidFill>
                <a:effectLst/>
                <a:uFillTx/>
                <a:latin typeface="Arial"/>
              </a:rPr>
              <a:t>inputs and </a:t>
            </a:r>
            <a:r>
              <a:rPr lang="en-US" sz="2000" b="0" u="none" strike="noStrike">
                <a:solidFill>
                  <a:srgbClr val="000000"/>
                </a:solidFill>
                <a:effectLst/>
                <a:uFillTx/>
                <a:latin typeface="Arial"/>
              </a:rPr>
              <a:t>expected </a:t>
            </a:r>
            <a:r>
              <a:rPr lang="en-US" sz="2000" b="0" u="none" strike="noStrike">
                <a:solidFill>
                  <a:srgbClr val="000000"/>
                </a:solidFill>
                <a:effectLst/>
                <a:uFillTx/>
                <a:latin typeface="Arial"/>
              </a:rPr>
              <a:t>outputs </a:t>
            </a:r>
            <a:r>
              <a:rPr lang="en-US" sz="2000" b="0" u="none" strike="noStrike">
                <a:solidFill>
                  <a:srgbClr val="000000"/>
                </a:solidFill>
                <a:effectLst/>
                <a:uFillTx/>
                <a:latin typeface="Arial"/>
              </a:rPr>
              <a:t>without </a:t>
            </a:r>
            <a:r>
              <a:rPr lang="en-US" sz="2000" b="0" u="none" strike="noStrike">
                <a:solidFill>
                  <a:srgbClr val="000000"/>
                </a:solidFill>
                <a:effectLst/>
                <a:uFillTx/>
                <a:latin typeface="Arial"/>
              </a:rPr>
              <a:t>inspecting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implement</a:t>
            </a:r>
            <a:r>
              <a:rPr lang="en-US" sz="2000" b="0" u="none" strike="noStrike">
                <a:solidFill>
                  <a:srgbClr val="000000"/>
                </a:solidFill>
                <a:effectLst/>
                <a:uFillTx/>
                <a:latin typeface="Arial"/>
              </a:rPr>
              <a:t>ation. </a:t>
            </a:r>
            <a:r>
              <a:rPr lang="en-US" sz="2000" b="0" u="none" strike="noStrike">
                <a:solidFill>
                  <a:srgbClr val="000000"/>
                </a:solidFill>
                <a:effectLst/>
                <a:uFillTx/>
                <a:latin typeface="Arial"/>
              </a:rPr>
              <a:t>Equivalen</a:t>
            </a:r>
            <a:r>
              <a:rPr lang="en-US" sz="2000" b="0" u="none" strike="noStrike">
                <a:solidFill>
                  <a:srgbClr val="000000"/>
                </a:solidFill>
                <a:effectLst/>
                <a:uFillTx/>
                <a:latin typeface="Arial"/>
              </a:rPr>
              <a:t>ce </a:t>
            </a:r>
            <a:r>
              <a:rPr lang="en-US" sz="2000" b="0" u="none" strike="noStrike">
                <a:solidFill>
                  <a:srgbClr val="000000"/>
                </a:solidFill>
                <a:effectLst/>
                <a:uFillTx/>
                <a:latin typeface="Arial"/>
              </a:rPr>
              <a:t>partitionin</a:t>
            </a:r>
            <a:r>
              <a:rPr lang="en-US" sz="2000" b="0" u="none" strike="noStrike">
                <a:solidFill>
                  <a:srgbClr val="000000"/>
                </a:solidFill>
                <a:effectLst/>
                <a:uFillTx/>
                <a:latin typeface="Arial"/>
              </a:rPr>
              <a:t>g groups </a:t>
            </a:r>
            <a:r>
              <a:rPr lang="en-US" sz="2000" b="0" u="none" strike="noStrike">
                <a:solidFill>
                  <a:srgbClr val="000000"/>
                </a:solidFill>
                <a:effectLst/>
                <a:uFillTx/>
                <a:latin typeface="Arial"/>
              </a:rPr>
              <a:t>inputs that </a:t>
            </a:r>
            <a:r>
              <a:rPr lang="en-US" sz="2000" b="0" u="none" strike="noStrike">
                <a:solidFill>
                  <a:srgbClr val="000000"/>
                </a:solidFill>
                <a:effectLst/>
                <a:uFillTx/>
                <a:latin typeface="Arial"/>
              </a:rPr>
              <a:t>should </a:t>
            </a:r>
            <a:r>
              <a:rPr lang="en-US" sz="2000" b="0" u="none" strike="noStrike">
                <a:solidFill>
                  <a:srgbClr val="000000"/>
                </a:solidFill>
                <a:effectLst/>
                <a:uFillTx/>
                <a:latin typeface="Arial"/>
              </a:rPr>
              <a:t>receive </a:t>
            </a:r>
            <a:r>
              <a:rPr lang="en-US" sz="2000" b="0" u="none" strike="noStrike">
                <a:solidFill>
                  <a:srgbClr val="000000"/>
                </a:solidFill>
                <a:effectLst/>
                <a:uFillTx/>
                <a:latin typeface="Arial"/>
              </a:rPr>
              <a:t>similar </a:t>
            </a:r>
            <a:r>
              <a:rPr lang="en-US" sz="2000" b="0" u="none" strike="noStrike">
                <a:solidFill>
                  <a:srgbClr val="000000"/>
                </a:solidFill>
                <a:effectLst/>
                <a:uFillTx/>
                <a:latin typeface="Arial"/>
              </a:rPr>
              <a:t>treatment, </a:t>
            </a:r>
            <a:r>
              <a:rPr lang="en-US" sz="2000" b="0" u="none" strike="noStrike">
                <a:solidFill>
                  <a:srgbClr val="000000"/>
                </a:solidFill>
                <a:effectLst/>
                <a:uFillTx/>
                <a:latin typeface="Arial"/>
              </a:rPr>
              <a:t>such as </a:t>
            </a:r>
            <a:r>
              <a:rPr lang="en-US" sz="2000" b="0" u="none" strike="noStrike">
                <a:solidFill>
                  <a:srgbClr val="000000"/>
                </a:solidFill>
                <a:effectLst/>
                <a:uFillTx/>
                <a:latin typeface="Arial"/>
              </a:rPr>
              <a:t>all </a:t>
            </a:r>
            <a:r>
              <a:rPr lang="en-US" sz="2000" b="0" u="none" strike="noStrike">
                <a:solidFill>
                  <a:srgbClr val="000000"/>
                </a:solidFill>
                <a:effectLst/>
                <a:uFillTx/>
                <a:latin typeface="Arial"/>
              </a:rPr>
              <a:t>durations </a:t>
            </a:r>
            <a:r>
              <a:rPr lang="en-US" sz="2000" b="0" u="none" strike="noStrike">
                <a:solidFill>
                  <a:srgbClr val="000000"/>
                </a:solidFill>
                <a:effectLst/>
                <a:uFillTx/>
                <a:latin typeface="Arial"/>
              </a:rPr>
              <a:t>within the </a:t>
            </a:r>
            <a:r>
              <a:rPr lang="en-US" sz="2000" b="0" u="none" strike="noStrike">
                <a:solidFill>
                  <a:srgbClr val="000000"/>
                </a:solidFill>
                <a:effectLst/>
                <a:uFillTx/>
                <a:latin typeface="Arial"/>
              </a:rPr>
              <a:t>first hour. </a:t>
            </a:r>
            <a:r>
              <a:rPr lang="en-US" sz="2000" b="0" u="none" strike="noStrike">
                <a:solidFill>
                  <a:srgbClr val="000000"/>
                </a:solidFill>
                <a:effectLst/>
                <a:uFillTx/>
                <a:latin typeface="Arial"/>
              </a:rPr>
              <a:t>Boundary </a:t>
            </a:r>
            <a:r>
              <a:rPr lang="en-US" sz="2000" b="0" u="none" strike="noStrike">
                <a:solidFill>
                  <a:srgbClr val="000000"/>
                </a:solidFill>
                <a:effectLst/>
                <a:uFillTx/>
                <a:latin typeface="Arial"/>
              </a:rPr>
              <a:t>value </a:t>
            </a:r>
            <a:r>
              <a:rPr lang="en-US" sz="2000" b="0" u="none" strike="noStrike">
                <a:solidFill>
                  <a:srgbClr val="000000"/>
                </a:solidFill>
                <a:effectLst/>
                <a:uFillTx/>
                <a:latin typeface="Arial"/>
              </a:rPr>
              <a:t>analysis </a:t>
            </a:r>
            <a:r>
              <a:rPr lang="en-US" sz="2000" b="0" u="none" strike="noStrike">
                <a:solidFill>
                  <a:srgbClr val="000000"/>
                </a:solidFill>
                <a:effectLst/>
                <a:uFillTx/>
                <a:latin typeface="Arial"/>
              </a:rPr>
              <a:t>checks </a:t>
            </a:r>
            <a:r>
              <a:rPr lang="en-US" sz="2000" b="0" u="none" strike="noStrike">
                <a:solidFill>
                  <a:srgbClr val="000000"/>
                </a:solidFill>
                <a:effectLst/>
                <a:uFillTx/>
                <a:latin typeface="Arial"/>
              </a:rPr>
              <a:t>values at </a:t>
            </a:r>
            <a:r>
              <a:rPr lang="en-US" sz="2000" b="0" u="none" strike="noStrike">
                <a:solidFill>
                  <a:srgbClr val="000000"/>
                </a:solidFill>
                <a:effectLst/>
                <a:uFillTx/>
                <a:latin typeface="Arial"/>
              </a:rPr>
              <a:t>and near </a:t>
            </a:r>
            <a:r>
              <a:rPr lang="en-US" sz="2000" b="0" u="none" strike="noStrike">
                <a:solidFill>
                  <a:srgbClr val="000000"/>
                </a:solidFill>
                <a:effectLst/>
                <a:uFillTx/>
                <a:latin typeface="Arial"/>
              </a:rPr>
              <a:t>a change </a:t>
            </a:r>
            <a:r>
              <a:rPr lang="en-US" sz="2000" b="0" u="none" strike="noStrike">
                <a:solidFill>
                  <a:srgbClr val="000000"/>
                </a:solidFill>
                <a:effectLst/>
                <a:uFillTx/>
                <a:latin typeface="Arial"/>
              </a:rPr>
              <a:t>in </a:t>
            </a:r>
            <a:r>
              <a:rPr lang="en-US" sz="2000" b="0" u="none" strike="noStrike">
                <a:solidFill>
                  <a:srgbClr val="000000"/>
                </a:solidFill>
                <a:effectLst/>
                <a:uFillTx/>
                <a:latin typeface="Arial"/>
              </a:rPr>
              <a:t>behavior, </a:t>
            </a:r>
            <a:r>
              <a:rPr lang="en-US" sz="2000" b="0" u="none" strike="noStrike">
                <a:solidFill>
                  <a:srgbClr val="000000"/>
                </a:solidFill>
                <a:effectLst/>
                <a:uFillTx/>
                <a:latin typeface="Arial"/>
              </a:rPr>
              <a:t>such as </a:t>
            </a:r>
            <a:r>
              <a:rPr lang="en-US" sz="2000" b="0" u="none" strike="noStrike">
                <a:solidFill>
                  <a:srgbClr val="000000"/>
                </a:solidFill>
                <a:effectLst/>
                <a:uFillTx/>
                <a:latin typeface="Arial"/>
              </a:rPr>
              <a:t>59, 60, </a:t>
            </a:r>
            <a:r>
              <a:rPr lang="en-US" sz="2000" b="0" u="none" strike="noStrike">
                <a:solidFill>
                  <a:srgbClr val="000000"/>
                </a:solidFill>
                <a:effectLst/>
                <a:uFillTx/>
                <a:latin typeface="Arial"/>
              </a:rPr>
              <a:t>and 61 </a:t>
            </a:r>
            <a:r>
              <a:rPr lang="en-US" sz="2000" b="0" u="none" strike="noStrike">
                <a:solidFill>
                  <a:srgbClr val="000000"/>
                </a:solidFill>
                <a:effectLst/>
                <a:uFillTx/>
                <a:latin typeface="Arial"/>
              </a:rPr>
              <a:t>minutes. </a:t>
            </a:r>
            <a:r>
              <a:rPr lang="en-US" sz="2000" b="0" u="none" strike="noStrike">
                <a:solidFill>
                  <a:srgbClr val="000000"/>
                </a:solidFill>
                <a:effectLst/>
                <a:uFillTx/>
                <a:latin typeface="Arial"/>
              </a:rPr>
              <a:t>We </a:t>
            </a:r>
            <a:r>
              <a:rPr lang="en-US" sz="2000" b="0" u="none" strike="noStrike">
                <a:solidFill>
                  <a:srgbClr val="000000"/>
                </a:solidFill>
                <a:effectLst/>
                <a:uFillTx/>
                <a:latin typeface="Arial"/>
              </a:rPr>
              <a:t>choose </a:t>
            </a:r>
            <a:r>
              <a:rPr lang="en-US" sz="2000" b="0" u="none" strike="noStrike">
                <a:solidFill>
                  <a:srgbClr val="000000"/>
                </a:solidFill>
                <a:effectLst/>
                <a:uFillTx/>
                <a:latin typeface="Arial"/>
              </a:rPr>
              <a:t>represent</a:t>
            </a:r>
            <a:r>
              <a:rPr lang="en-US" sz="2000" b="0" u="none" strike="noStrike">
                <a:solidFill>
                  <a:srgbClr val="000000"/>
                </a:solidFill>
                <a:effectLst/>
                <a:uFillTx/>
                <a:latin typeface="Arial"/>
              </a:rPr>
              <a:t>ative </a:t>
            </a:r>
            <a:r>
              <a:rPr lang="en-US" sz="2000" b="0" u="none" strike="noStrike">
                <a:solidFill>
                  <a:srgbClr val="000000"/>
                </a:solidFill>
                <a:effectLst/>
                <a:uFillTx/>
                <a:latin typeface="Arial"/>
              </a:rPr>
              <a:t>inputs, </a:t>
            </a:r>
            <a:r>
              <a:rPr lang="en-US" sz="2000" b="0" u="none" strike="noStrike">
                <a:solidFill>
                  <a:srgbClr val="000000"/>
                </a:solidFill>
                <a:effectLst/>
                <a:uFillTx/>
                <a:latin typeface="Arial"/>
              </a:rPr>
              <a:t>important </a:t>
            </a:r>
            <a:r>
              <a:rPr lang="en-US" sz="2000" b="0" u="none" strike="noStrike">
                <a:solidFill>
                  <a:srgbClr val="000000"/>
                </a:solidFill>
                <a:effectLst/>
                <a:uFillTx/>
                <a:latin typeface="Arial"/>
              </a:rPr>
              <a:t>boundarie</a:t>
            </a:r>
            <a:r>
              <a:rPr lang="en-US" sz="2000" b="0" u="none" strike="noStrike">
                <a:solidFill>
                  <a:srgbClr val="000000"/>
                </a:solidFill>
                <a:effectLst/>
                <a:uFillTx/>
                <a:latin typeface="Arial"/>
              </a:rPr>
              <a:t>s, and </a:t>
            </a:r>
            <a:r>
              <a:rPr lang="en-US" sz="2000" b="0" u="none" strike="noStrike">
                <a:solidFill>
                  <a:srgbClr val="000000"/>
                </a:solidFill>
                <a:effectLst/>
                <a:uFillTx/>
                <a:latin typeface="Arial"/>
              </a:rPr>
              <a:t>invalid </a:t>
            </a:r>
            <a:r>
              <a:rPr lang="en-US" sz="2000" b="0" u="none" strike="noStrike">
                <a:solidFill>
                  <a:srgbClr val="000000"/>
                </a:solidFill>
                <a:effectLst/>
                <a:uFillTx/>
                <a:latin typeface="Arial"/>
              </a:rPr>
              <a:t>inputs. </a:t>
            </a:r>
            <a:r>
              <a:rPr lang="en-US" sz="2000" b="0" u="none" strike="noStrike">
                <a:solidFill>
                  <a:srgbClr val="000000"/>
                </a:solidFill>
                <a:effectLst/>
                <a:uFillTx/>
                <a:latin typeface="Arial"/>
              </a:rPr>
              <a:t>We do not </a:t>
            </a:r>
            <a:r>
              <a:rPr lang="en-US" sz="2000" b="0" u="none" strike="noStrike">
                <a:solidFill>
                  <a:srgbClr val="000000"/>
                </a:solidFill>
                <a:effectLst/>
                <a:uFillTx/>
                <a:latin typeface="Arial"/>
              </a:rPr>
              <a:t>need to </a:t>
            </a:r>
            <a:r>
              <a:rPr lang="en-US" sz="2000" b="0" u="none" strike="noStrike">
                <a:solidFill>
                  <a:srgbClr val="000000"/>
                </a:solidFill>
                <a:effectLst/>
                <a:uFillTx/>
                <a:latin typeface="Arial"/>
              </a:rPr>
              <a:t>repeat </a:t>
            </a:r>
            <a:r>
              <a:rPr lang="en-US" sz="2000" b="0" u="none" strike="noStrike">
                <a:solidFill>
                  <a:srgbClr val="000000"/>
                </a:solidFill>
                <a:effectLst/>
                <a:uFillTx/>
                <a:latin typeface="Arial"/>
              </a:rPr>
              <a:t>every </a:t>
            </a:r>
            <a:r>
              <a:rPr lang="en-US" sz="2000" b="0" u="none" strike="noStrike">
                <a:solidFill>
                  <a:srgbClr val="000000"/>
                </a:solidFill>
                <a:effectLst/>
                <a:uFillTx/>
                <a:latin typeface="Arial"/>
              </a:rPr>
              <a:t>ordinary </a:t>
            </a:r>
            <a:r>
              <a:rPr lang="en-US" sz="2000" b="0" u="none" strike="noStrike">
                <a:solidFill>
                  <a:srgbClr val="000000"/>
                </a:solidFill>
                <a:effectLst/>
                <a:uFillTx/>
                <a:latin typeface="Arial"/>
              </a:rPr>
              <a:t>input in a </a:t>
            </a:r>
            <a:r>
              <a:rPr lang="en-US" sz="2000" b="0" u="none" strike="noStrike">
                <a:solidFill>
                  <a:srgbClr val="000000"/>
                </a:solidFill>
                <a:effectLst/>
                <a:uFillTx/>
                <a:latin typeface="Arial"/>
              </a:rPr>
              <a:t>group, but </a:t>
            </a:r>
            <a:r>
              <a:rPr lang="en-US" sz="2000" b="0" u="none" strike="noStrike">
                <a:solidFill>
                  <a:srgbClr val="000000"/>
                </a:solidFill>
                <a:effectLst/>
                <a:uFillTx/>
                <a:latin typeface="Arial"/>
              </a:rPr>
              <a:t>each </a:t>
            </a:r>
            <a:r>
              <a:rPr lang="en-US" sz="2000" b="0" u="none" strike="noStrike">
                <a:solidFill>
                  <a:srgbClr val="000000"/>
                </a:solidFill>
                <a:effectLst/>
                <a:uFillTx/>
                <a:latin typeface="Arial"/>
              </a:rPr>
              <a:t>requireme</a:t>
            </a:r>
            <a:r>
              <a:rPr lang="en-US" sz="2000" b="0" u="none" strike="noStrike">
                <a:solidFill>
                  <a:srgbClr val="000000"/>
                </a:solidFill>
                <a:effectLst/>
                <a:uFillTx/>
                <a:latin typeface="Arial"/>
              </a:rPr>
              <a:t>nt needs </a:t>
            </a:r>
            <a:r>
              <a:rPr lang="en-US" sz="2000" b="0" u="none" strike="noStrike">
                <a:solidFill>
                  <a:srgbClr val="000000"/>
                </a:solidFill>
                <a:effectLst/>
                <a:uFillTx/>
                <a:latin typeface="Arial"/>
              </a:rPr>
              <a:t>a check. </a:t>
            </a:r>
            <a:r>
              <a:rPr lang="en-US" sz="2000" b="0" u="none" strike="noStrike">
                <a:solidFill>
                  <a:srgbClr val="000000"/>
                </a:solidFill>
                <a:effectLst/>
                <a:uFillTx/>
                <a:latin typeface="Arial"/>
              </a:rPr>
              <a:t>These </a:t>
            </a:r>
            <a:r>
              <a:rPr lang="en-US" sz="2000" b="0" u="none" strike="noStrike">
                <a:solidFill>
                  <a:srgbClr val="000000"/>
                </a:solidFill>
                <a:effectLst/>
                <a:uFillTx/>
                <a:latin typeface="Arial"/>
              </a:rPr>
              <a:t>technique</a:t>
            </a:r>
            <a:r>
              <a:rPr lang="en-US" sz="2000" b="0" u="none" strike="noStrike">
                <a:solidFill>
                  <a:srgbClr val="000000"/>
                </a:solidFill>
                <a:effectLst/>
                <a:uFillTx/>
                <a:latin typeface="Arial"/>
              </a:rPr>
              <a:t>s help us </a:t>
            </a:r>
            <a:r>
              <a:rPr lang="en-US" sz="2000" b="0" u="none" strike="noStrike">
                <a:solidFill>
                  <a:srgbClr val="000000"/>
                </a:solidFill>
                <a:effectLst/>
                <a:uFillTx/>
                <a:latin typeface="Arial"/>
              </a:rPr>
              <a:t>select </a:t>
            </a:r>
            <a:r>
              <a:rPr lang="en-US" sz="2000" b="0" u="none" strike="noStrike">
                <a:solidFill>
                  <a:srgbClr val="000000"/>
                </a:solidFill>
                <a:effectLst/>
                <a:uFillTx/>
                <a:latin typeface="Arial"/>
              </a:rPr>
              <a:t>useful </a:t>
            </a:r>
            <a:r>
              <a:rPr lang="en-US" sz="2000" b="0" u="none" strike="noStrike">
                <a:solidFill>
                  <a:srgbClr val="000000"/>
                </a:solidFill>
                <a:effectLst/>
                <a:uFillTx/>
                <a:latin typeface="Arial"/>
              </a:rPr>
              <a:t>cases </a:t>
            </a:r>
            <a:r>
              <a:rPr lang="en-US" sz="2000" b="0" u="none" strike="noStrike">
                <a:solidFill>
                  <a:srgbClr val="000000"/>
                </a:solidFill>
                <a:effectLst/>
                <a:uFillTx/>
                <a:latin typeface="Arial"/>
              </a:rPr>
              <a:t>when </a:t>
            </a:r>
            <a:r>
              <a:rPr lang="en-US" sz="2000" b="0" u="none" strike="noStrike">
                <a:solidFill>
                  <a:srgbClr val="000000"/>
                </a:solidFill>
                <a:effectLst/>
                <a:uFillTx/>
                <a:latin typeface="Arial"/>
              </a:rPr>
              <a:t>exhaustiv</a:t>
            </a:r>
            <a:r>
              <a:rPr lang="en-US" sz="2000" b="0" u="none" strike="noStrike">
                <a:solidFill>
                  <a:srgbClr val="000000"/>
                </a:solidFill>
                <a:effectLst/>
                <a:uFillTx/>
                <a:latin typeface="Arial"/>
              </a:rPr>
              <a:t>e testing </a:t>
            </a:r>
            <a:r>
              <a:rPr lang="en-US" sz="2000" b="0" u="none" strike="noStrike">
                <a:solidFill>
                  <a:srgbClr val="000000"/>
                </a:solidFill>
                <a:effectLst/>
                <a:uFillTx/>
                <a:latin typeface="Arial"/>
              </a:rPr>
              <a:t>is </a:t>
            </a:r>
            <a:r>
              <a:rPr lang="en-US" sz="2000" b="0" u="none" strike="noStrike">
                <a:solidFill>
                  <a:srgbClr val="000000"/>
                </a:solidFill>
                <a:effectLst/>
                <a:uFillTx/>
                <a:latin typeface="Arial"/>
              </a:rPr>
              <a:t>impractica</a:t>
            </a:r>
            <a:r>
              <a:rPr lang="en-US" sz="2000" b="0" u="none" strike="noStrike">
                <a:solidFill>
                  <a:srgbClr val="000000"/>
                </a:solidFill>
                <a:effectLst/>
                <a:uFillTx/>
                <a:latin typeface="Arial"/>
              </a:rPr>
              <a:t>l. For this </a:t>
            </a:r>
            <a:r>
              <a:rPr lang="en-US" sz="2000" b="0" u="none" strike="noStrike">
                <a:solidFill>
                  <a:srgbClr val="000000"/>
                </a:solidFill>
                <a:effectLst/>
                <a:uFillTx/>
                <a:latin typeface="Arial"/>
              </a:rPr>
              <a:t>small </a:t>
            </a:r>
            <a:r>
              <a:rPr lang="en-US" sz="2000" b="0" u="none" strike="noStrike">
                <a:solidFill>
                  <a:srgbClr val="000000"/>
                </a:solidFill>
                <a:effectLst/>
                <a:uFillTx/>
                <a:latin typeface="Arial"/>
              </a:rPr>
              <a:t>exercise, </a:t>
            </a:r>
            <a:r>
              <a:rPr lang="en-US" sz="2000" b="0" u="none" strike="noStrike">
                <a:solidFill>
                  <a:srgbClr val="000000"/>
                </a:solidFill>
                <a:effectLst/>
                <a:uFillTx/>
                <a:latin typeface="Arial"/>
              </a:rPr>
              <a:t>testing </a:t>
            </a:r>
            <a:r>
              <a:rPr lang="en-US" sz="2000" b="0" u="none" strike="noStrike">
                <a:solidFill>
                  <a:srgbClr val="000000"/>
                </a:solidFill>
                <a:effectLst/>
                <a:uFillTx/>
                <a:latin typeface="Arial"/>
              </a:rPr>
              <a:t>every </a:t>
            </a:r>
            <a:r>
              <a:rPr lang="en-US" sz="2000" b="0" u="none" strike="noStrike">
                <a:solidFill>
                  <a:srgbClr val="000000"/>
                </a:solidFill>
                <a:effectLst/>
                <a:uFillTx/>
                <a:latin typeface="Arial"/>
              </a:rPr>
              <a:t>valid </a:t>
            </a:r>
            <a:r>
              <a:rPr lang="en-US" sz="2000" b="0" u="none" strike="noStrike">
                <a:solidFill>
                  <a:srgbClr val="000000"/>
                </a:solidFill>
                <a:effectLst/>
                <a:uFillTx/>
                <a:latin typeface="Arial"/>
              </a:rPr>
              <a:t>minute </a:t>
            </a:r>
            <a:r>
              <a:rPr lang="en-US" sz="2000" b="0" u="none" strike="noStrike">
                <a:solidFill>
                  <a:srgbClr val="000000"/>
                </a:solidFill>
                <a:effectLst/>
                <a:uFillTx/>
                <a:latin typeface="Arial"/>
              </a:rPr>
              <a:t>would </a:t>
            </a:r>
            <a:r>
              <a:rPr lang="en-US" sz="2000" b="0" u="none" strike="noStrike">
                <a:solidFill>
                  <a:srgbClr val="000000"/>
                </a:solidFill>
                <a:effectLst/>
                <a:uFillTx/>
                <a:latin typeface="Arial"/>
              </a:rPr>
              <a:t>also be </a:t>
            </a:r>
            <a:r>
              <a:rPr lang="en-US" sz="2000" b="0" u="none" strike="noStrike">
                <a:solidFill>
                  <a:srgbClr val="000000"/>
                </a:solidFill>
                <a:effectLst/>
                <a:uFillTx/>
                <a:latin typeface="Arial"/>
              </a:rPr>
              <a:t>feasible.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t>
            </a:r>
            <a:r>
              <a:rPr lang="en-US" sz="2000" b="0" u="none" strike="noStrike">
                <a:solidFill>
                  <a:srgbClr val="000000"/>
                </a:solidFill>
                <a:effectLst/>
                <a:uFillTx/>
                <a:latin typeface="Arial"/>
              </a:rPr>
              <a:t>ISTQB, </a:t>
            </a:r>
            <a:r>
              <a:rPr lang="en-US" sz="2000" b="0" u="none" strike="noStrike">
                <a:solidFill>
                  <a:srgbClr val="000000"/>
                </a:solidFill>
                <a:effectLst/>
                <a:uFillTx/>
                <a:latin typeface="Arial"/>
              </a:rPr>
              <a:t>Certified </a:t>
            </a:r>
            <a:r>
              <a:rPr lang="en-US" sz="2000" b="0" u="none" strike="noStrike">
                <a:solidFill>
                  <a:srgbClr val="000000"/>
                </a:solidFill>
                <a:effectLst/>
                <a:uFillTx/>
                <a:latin typeface="Arial"/>
              </a:rPr>
              <a:t>Tester </a:t>
            </a:r>
            <a:r>
              <a:rPr lang="en-US" sz="2000" b="0" u="none" strike="noStrike">
                <a:solidFill>
                  <a:srgbClr val="000000"/>
                </a:solidFill>
                <a:effectLst/>
                <a:uFillTx/>
                <a:latin typeface="Arial"/>
              </a:rPr>
              <a:t>Foundatio</a:t>
            </a:r>
            <a:r>
              <a:rPr lang="en-US" sz="2000" b="0" u="none" strike="noStrike">
                <a:solidFill>
                  <a:srgbClr val="000000"/>
                </a:solidFill>
                <a:effectLst/>
                <a:uFillTx/>
                <a:latin typeface="Arial"/>
              </a:rPr>
              <a:t>n Level </a:t>
            </a:r>
            <a:r>
              <a:rPr lang="en-US" sz="2000" b="0" u="none" strike="noStrike">
                <a:solidFill>
                  <a:srgbClr val="000000"/>
                </a:solidFill>
                <a:effectLst/>
                <a:uFillTx/>
                <a:latin typeface="Arial"/>
              </a:rPr>
              <a:t>Syllabus </a:t>
            </a:r>
            <a:r>
              <a:rPr lang="en-US" sz="2000" b="0" u="none" strike="noStrike">
                <a:solidFill>
                  <a:srgbClr val="000000"/>
                </a:solidFill>
                <a:effectLst/>
                <a:uFillTx/>
                <a:latin typeface="Arial"/>
              </a:rPr>
              <a:t>v4.0.1, </a:t>
            </a:r>
            <a:r>
              <a:rPr lang="en-US" sz="2000" b="0" u="none" strike="noStrike">
                <a:solidFill>
                  <a:srgbClr val="000000"/>
                </a:solidFill>
                <a:effectLst/>
                <a:uFillTx/>
                <a:latin typeface="Arial"/>
              </a:rPr>
              <a:t>sections </a:t>
            </a:r>
            <a:r>
              <a:rPr lang="en-US" sz="2000" b="0" u="none" strike="noStrike">
                <a:solidFill>
                  <a:srgbClr val="000000"/>
                </a:solidFill>
                <a:effectLst/>
                <a:uFillTx/>
                <a:latin typeface="Arial"/>
              </a:rPr>
              <a:t>4.1 and </a:t>
            </a:r>
            <a:r>
              <a:rPr lang="en-US" sz="2000" b="0" u="none" strike="noStrike">
                <a:solidFill>
                  <a:srgbClr val="000000"/>
                </a:solidFill>
                <a:effectLst/>
                <a:uFillTx/>
                <a:latin typeface="Arial"/>
              </a:rPr>
              <a:t>4.2.1–</a:t>
            </a:r>
            <a:r>
              <a:rPr lang="en-US" sz="2000" b="0" u="none" strike="noStrike">
                <a:solidFill>
                  <a:srgbClr val="000000"/>
                </a:solidFill>
                <a:effectLst/>
                <a:uFillTx/>
                <a:latin typeface="Arial"/>
              </a:rPr>
              <a:t>4.2.2. </a:t>
            </a:r>
            <a:r>
              <a:rPr lang="en-US" sz="2000" b="0" u="none" strike="noStrike">
                <a:solidFill>
                  <a:srgbClr val="000000"/>
                </a:solidFill>
                <a:effectLst/>
                <a:uFillTx/>
                <a:latin typeface="Arial"/>
              </a:rPr>
              <a:t>https://istq</a:t>
            </a:r>
            <a:r>
              <a:rPr lang="en-US" sz="2000" b="0" u="none" strike="noStrike">
                <a:solidFill>
                  <a:srgbClr val="000000"/>
                </a:solidFill>
                <a:effectLst/>
                <a:uFillTx/>
                <a:latin typeface="Arial"/>
              </a:rPr>
              <a:t>b.org/wp-</a:t>
            </a:r>
            <a:r>
              <a:rPr lang="en-US" sz="2000" b="0" u="none" strike="noStrike">
                <a:solidFill>
                  <a:srgbClr val="000000"/>
                </a:solidFill>
                <a:effectLst/>
                <a:uFillTx/>
                <a:latin typeface="Arial"/>
              </a:rPr>
              <a:t>content/u</a:t>
            </a:r>
            <a:r>
              <a:rPr lang="en-US" sz="2000" b="0" u="none" strike="noStrike">
                <a:solidFill>
                  <a:srgbClr val="000000"/>
                </a:solidFill>
                <a:effectLst/>
                <a:uFillTx/>
                <a:latin typeface="Arial"/>
              </a:rPr>
              <a:t>ploads/20</a:t>
            </a:r>
            <a:r>
              <a:rPr lang="en-US" sz="2000" b="0" u="none" strike="noStrike">
                <a:solidFill>
                  <a:srgbClr val="000000"/>
                </a:solidFill>
                <a:effectLst/>
                <a:uFillTx/>
                <a:latin typeface="Arial"/>
              </a:rPr>
              <a:t>24/11/IST</a:t>
            </a:r>
            <a:r>
              <a:rPr lang="en-US" sz="2000" b="0" u="none" strike="noStrike">
                <a:solidFill>
                  <a:srgbClr val="000000"/>
                </a:solidFill>
                <a:effectLst/>
                <a:uFillTx/>
                <a:latin typeface="Arial"/>
              </a:rPr>
              <a:t>QB_CTFL</a:t>
            </a:r>
            <a:r>
              <a:rPr lang="en-US" sz="2000" b="0" u="none" strike="noStrike">
                <a:solidFill>
                  <a:srgbClr val="000000"/>
                </a:solidFill>
                <a:effectLst/>
                <a:uFillTx/>
                <a:latin typeface="Arial"/>
              </a:rPr>
              <a:t>_Syllabus</a:t>
            </a:r>
            <a:r>
              <a:rPr lang="en-US" sz="2000" b="0" u="none" strike="noStrike">
                <a:solidFill>
                  <a:srgbClr val="000000"/>
                </a:solidFill>
                <a:effectLst/>
                <a:uFillTx/>
                <a:latin typeface="Arial"/>
              </a:rPr>
              <a:t>_v4.0.1.p</a:t>
            </a:r>
            <a:r>
              <a:rPr lang="en-US" sz="2000" b="0" u="none" strike="noStrike">
                <a:solidFill>
                  <a:srgbClr val="000000"/>
                </a:solidFill>
                <a:effectLst/>
                <a:uFillTx/>
                <a:latin typeface="Arial"/>
              </a:rPr>
              <a:t>df</a:t>
            </a:r>
            <a:endParaRPr lang="en-US" sz="2000" b="0" u="none" strike="noStrike">
              <a:solidFill>
                <a:srgbClr val="000000"/>
              </a:solidFill>
              <a:effectLst/>
              <a:uFillTx/>
              <a:latin typeface="Arial"/>
            </a:endParaRPr>
          </a:p>
        </p:txBody>
      </p:sp>
      <p:sp>
        <p:nvSpPr>
          <p:cNvPr id="75"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sldImg"/>
          </p:nvPr>
        </p:nvSpPr>
        <p:spPr>
          <a:xfrm>
            <a:off x="0" y="0"/>
            <a:ext cx="0" cy="0"/>
          </a:xfrm>
          <a:prstGeom prst="rect">
            <a:avLst/>
          </a:prstGeom>
          <a:ln w="0">
            <a:noFill/>
          </a:ln>
        </p:spPr>
      </p:sp>
      <p:sp>
        <p:nvSpPr>
          <p:cNvPr id="7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Before </a:t>
            </a:r>
            <a:r>
              <a:rPr lang="en-US" sz="2000" b="0" u="none" strike="noStrike">
                <a:solidFill>
                  <a:srgbClr val="000000"/>
                </a:solidFill>
                <a:effectLst/>
                <a:uFillTx/>
                <a:latin typeface="Arial"/>
              </a:rPr>
              <a:t>choosing </a:t>
            </a:r>
            <a:r>
              <a:rPr lang="en-US" sz="2000" b="0" u="none" strike="noStrike">
                <a:solidFill>
                  <a:srgbClr val="000000"/>
                </a:solidFill>
                <a:effectLst/>
                <a:uFillTx/>
                <a:latin typeface="Arial"/>
              </a:rPr>
              <a:t>tests, we </a:t>
            </a:r>
            <a:r>
              <a:rPr lang="en-US" sz="2000" b="0" u="none" strike="noStrike">
                <a:solidFill>
                  <a:srgbClr val="000000"/>
                </a:solidFill>
                <a:effectLst/>
                <a:uFillTx/>
                <a:latin typeface="Arial"/>
              </a:rPr>
              <a:t>need a </a:t>
            </a:r>
            <a:r>
              <a:rPr lang="en-US" sz="2000" b="0" u="none" strike="noStrike">
                <a:solidFill>
                  <a:srgbClr val="000000"/>
                </a:solidFill>
                <a:effectLst/>
                <a:uFillTx/>
                <a:latin typeface="Arial"/>
              </a:rPr>
              <a:t>precise </a:t>
            </a:r>
            <a:r>
              <a:rPr lang="en-US" sz="2000" b="0" u="none" strike="noStrike">
                <a:solidFill>
                  <a:srgbClr val="000000"/>
                </a:solidFill>
                <a:effectLst/>
                <a:uFillTx/>
                <a:latin typeface="Arial"/>
              </a:rPr>
              <a:t>specificati</a:t>
            </a:r>
            <a:r>
              <a:rPr lang="en-US" sz="2000" b="0" u="none" strike="noStrike">
                <a:solidFill>
                  <a:srgbClr val="000000"/>
                </a:solidFill>
                <a:effectLst/>
                <a:uFillTx/>
                <a:latin typeface="Arial"/>
              </a:rPr>
              <a:t>on. For </a:t>
            </a:r>
            <a:r>
              <a:rPr lang="en-US" sz="2000" b="0" u="none" strike="noStrike">
                <a:solidFill>
                  <a:srgbClr val="000000"/>
                </a:solidFill>
                <a:effectLst/>
                <a:uFillTx/>
                <a:latin typeface="Arial"/>
              </a:rPr>
              <a:t>this </a:t>
            </a:r>
            <a:r>
              <a:rPr lang="en-US" sz="2000" b="0" u="none" strike="noStrike">
                <a:solidFill>
                  <a:srgbClr val="000000"/>
                </a:solidFill>
                <a:effectLst/>
                <a:uFillTx/>
                <a:latin typeface="Arial"/>
              </a:rPr>
              <a:t>teaching </a:t>
            </a:r>
            <a:r>
              <a:rPr lang="en-US" sz="2000" b="0" u="none" strike="noStrike">
                <a:solidFill>
                  <a:srgbClr val="000000"/>
                </a:solidFill>
                <a:effectLst/>
                <a:uFillTx/>
                <a:latin typeface="Arial"/>
              </a:rPr>
              <a:t>example, </a:t>
            </a:r>
            <a:r>
              <a:rPr lang="en-US" sz="2000" b="0" u="none" strike="noStrike">
                <a:solidFill>
                  <a:srgbClr val="000000"/>
                </a:solidFill>
                <a:effectLst/>
                <a:uFillTx/>
                <a:latin typeface="Arial"/>
              </a:rPr>
              <a:t>the input </a:t>
            </a:r>
            <a:r>
              <a:rPr lang="en-US" sz="2000" b="0" u="none" strike="noStrike">
                <a:solidFill>
                  <a:srgbClr val="000000"/>
                </a:solidFill>
                <a:effectLst/>
                <a:uFillTx/>
                <a:latin typeface="Arial"/>
              </a:rPr>
              <a:t>is a whole </a:t>
            </a:r>
            <a:r>
              <a:rPr lang="en-US" sz="2000" b="0" u="none" strike="noStrike">
                <a:solidFill>
                  <a:srgbClr val="000000"/>
                </a:solidFill>
                <a:effectLst/>
                <a:uFillTx/>
                <a:latin typeface="Arial"/>
              </a:rPr>
              <a:t>number of </a:t>
            </a:r>
            <a:r>
              <a:rPr lang="en-US" sz="2000" b="0" u="none" strike="noStrike">
                <a:solidFill>
                  <a:srgbClr val="000000"/>
                </a:solidFill>
                <a:effectLst/>
                <a:uFillTx/>
                <a:latin typeface="Arial"/>
              </a:rPr>
              <a:t>minutes </a:t>
            </a:r>
            <a:r>
              <a:rPr lang="en-US" sz="2000" b="0" u="none" strike="noStrike">
                <a:solidFill>
                  <a:srgbClr val="000000"/>
                </a:solidFill>
                <a:effectLst/>
                <a:uFillTx/>
                <a:latin typeface="Arial"/>
              </a:rPr>
              <a:t>between </a:t>
            </a:r>
            <a:r>
              <a:rPr lang="en-US" sz="2000" b="0" u="none" strike="noStrike">
                <a:solidFill>
                  <a:srgbClr val="000000"/>
                </a:solidFill>
                <a:effectLst/>
                <a:uFillTx/>
                <a:latin typeface="Arial"/>
              </a:rPr>
              <a:t>zero and </a:t>
            </a:r>
            <a:r>
              <a:rPr lang="en-US" sz="2000" b="0" u="none" strike="noStrike">
                <a:solidFill>
                  <a:srgbClr val="000000"/>
                </a:solidFill>
                <a:effectLst/>
                <a:uFillTx/>
                <a:latin typeface="Arial"/>
              </a:rPr>
              <a:t>1,440, </a:t>
            </a:r>
            <a:r>
              <a:rPr lang="en-US" sz="2000" b="0" u="none" strike="noStrike">
                <a:solidFill>
                  <a:srgbClr val="000000"/>
                </a:solidFill>
                <a:effectLst/>
                <a:uFillTx/>
                <a:latin typeface="Arial"/>
              </a:rPr>
              <a:t>inclusive. </a:t>
            </a:r>
            <a:r>
              <a:rPr lang="en-US" sz="2000" b="0" u="none" strike="noStrike">
                <a:solidFill>
                  <a:srgbClr val="000000"/>
                </a:solidFill>
                <a:effectLst/>
                <a:uFillTx/>
                <a:latin typeface="Arial"/>
              </a:rPr>
              <a:t>That limits </a:t>
            </a:r>
            <a:r>
              <a:rPr lang="en-US" sz="2000" b="0" u="none" strike="noStrike">
                <a:solidFill>
                  <a:srgbClr val="000000"/>
                </a:solidFill>
                <a:effectLst/>
                <a:uFillTx/>
                <a:latin typeface="Arial"/>
              </a:rPr>
              <a:t>one stay </a:t>
            </a:r>
            <a:r>
              <a:rPr lang="en-US" sz="2000" b="0" u="none" strike="noStrike">
                <a:solidFill>
                  <a:srgbClr val="000000"/>
                </a:solidFill>
                <a:effectLst/>
                <a:uFillTx/>
                <a:latin typeface="Arial"/>
              </a:rPr>
              <a:t>to 24 </a:t>
            </a:r>
            <a:r>
              <a:rPr lang="en-US" sz="2000" b="0" u="none" strike="noStrike">
                <a:solidFill>
                  <a:srgbClr val="000000"/>
                </a:solidFill>
                <a:effectLst/>
                <a:uFillTx/>
                <a:latin typeface="Arial"/>
              </a:rPr>
              <a:t>hours. </a:t>
            </a:r>
            <a:r>
              <a:rPr lang="en-US" sz="2000" b="0" u="none" strike="noStrike">
                <a:solidFill>
                  <a:srgbClr val="000000"/>
                </a:solidFill>
                <a:effectLst/>
                <a:uFillTx/>
                <a:latin typeface="Arial"/>
              </a:rPr>
              <a:t>Anything </a:t>
            </a:r>
            <a:r>
              <a:rPr lang="en-US" sz="2000" b="0" u="none" strike="noStrike">
                <a:solidFill>
                  <a:srgbClr val="000000"/>
                </a:solidFill>
                <a:effectLst/>
                <a:uFillTx/>
                <a:latin typeface="Arial"/>
              </a:rPr>
              <a:t>outside </a:t>
            </a:r>
            <a:r>
              <a:rPr lang="en-US" sz="2000" b="0" u="none" strike="noStrike">
                <a:solidFill>
                  <a:srgbClr val="000000"/>
                </a:solidFill>
                <a:effectLst/>
                <a:uFillTx/>
                <a:latin typeface="Arial"/>
              </a:rPr>
              <a:t>that </a:t>
            </a:r>
            <a:r>
              <a:rPr lang="en-US" sz="2000" b="0" u="none" strike="noStrike">
                <a:solidFill>
                  <a:srgbClr val="000000"/>
                </a:solidFill>
                <a:effectLst/>
                <a:uFillTx/>
                <a:latin typeface="Arial"/>
              </a:rPr>
              <a:t>interval </a:t>
            </a:r>
            <a:r>
              <a:rPr lang="en-US" sz="2000" b="0" u="none" strike="noStrike">
                <a:solidFill>
                  <a:srgbClr val="000000"/>
                </a:solidFill>
                <a:effectLst/>
                <a:uFillTx/>
                <a:latin typeface="Arial"/>
              </a:rPr>
              <a:t>returns </a:t>
            </a:r>
            <a:r>
              <a:rPr lang="en-US" sz="2000" b="0" u="none" strike="noStrike">
                <a:solidFill>
                  <a:srgbClr val="000000"/>
                </a:solidFill>
                <a:effectLst/>
                <a:uFillTx/>
                <a:latin typeface="Arial"/>
              </a:rPr>
              <a:t>minus </a:t>
            </a:r>
            <a:r>
              <a:rPr lang="en-US" sz="2000" b="0" u="none" strike="noStrike">
                <a:solidFill>
                  <a:srgbClr val="000000"/>
                </a:solidFill>
                <a:effectLst/>
                <a:uFillTx/>
                <a:latin typeface="Arial"/>
              </a:rPr>
              <a:t>one. Zero </a:t>
            </a:r>
            <a:r>
              <a:rPr lang="en-US" sz="2000" b="0" u="none" strike="noStrike">
                <a:solidFill>
                  <a:srgbClr val="000000"/>
                </a:solidFill>
                <a:effectLst/>
                <a:uFillTx/>
                <a:latin typeface="Arial"/>
              </a:rPr>
              <a:t>minutes is </a:t>
            </a:r>
            <a:r>
              <a:rPr lang="en-US" sz="2000" b="0" u="none" strike="noStrike">
                <a:solidFill>
                  <a:srgbClr val="000000"/>
                </a:solidFill>
                <a:effectLst/>
                <a:uFillTx/>
                <a:latin typeface="Arial"/>
              </a:rPr>
              <a:t>free. One </a:t>
            </a:r>
            <a:r>
              <a:rPr lang="en-US" sz="2000" b="0" u="none" strike="noStrike">
                <a:solidFill>
                  <a:srgbClr val="000000"/>
                </a:solidFill>
                <a:effectLst/>
                <a:uFillTx/>
                <a:latin typeface="Arial"/>
              </a:rPr>
              <a:t>through </a:t>
            </a:r>
            <a:r>
              <a:rPr lang="en-US" sz="2000" b="0" u="none" strike="noStrike">
                <a:solidFill>
                  <a:srgbClr val="000000"/>
                </a:solidFill>
                <a:effectLst/>
                <a:uFillTx/>
                <a:latin typeface="Arial"/>
              </a:rPr>
              <a:t>60 </a:t>
            </a:r>
            <a:r>
              <a:rPr lang="en-US" sz="2000" b="0" u="none" strike="noStrike">
                <a:solidFill>
                  <a:srgbClr val="000000"/>
                </a:solidFill>
                <a:effectLst/>
                <a:uFillTx/>
                <a:latin typeface="Arial"/>
              </a:rPr>
              <a:t>minutes </a:t>
            </a:r>
            <a:r>
              <a:rPr lang="en-US" sz="2000" b="0" u="none" strike="noStrike">
                <a:solidFill>
                  <a:srgbClr val="000000"/>
                </a:solidFill>
                <a:effectLst/>
                <a:uFillTx/>
                <a:latin typeface="Arial"/>
              </a:rPr>
              <a:t>costs five </a:t>
            </a:r>
            <a:r>
              <a:rPr lang="en-US" sz="2000" b="0" u="none" strike="noStrike">
                <a:solidFill>
                  <a:srgbClr val="000000"/>
                </a:solidFill>
                <a:effectLst/>
                <a:uFillTx/>
                <a:latin typeface="Arial"/>
              </a:rPr>
              <a:t>dollars, </a:t>
            </a:r>
            <a:r>
              <a:rPr lang="en-US" sz="2000" b="0" u="none" strike="noStrike">
                <a:solidFill>
                  <a:srgbClr val="000000"/>
                </a:solidFill>
                <a:effectLst/>
                <a:uFillTx/>
                <a:latin typeface="Arial"/>
              </a:rPr>
              <a:t>and every </a:t>
            </a:r>
            <a:r>
              <a:rPr lang="en-US" sz="2000" b="0" u="none" strike="noStrike">
                <a:solidFill>
                  <a:srgbClr val="000000"/>
                </a:solidFill>
                <a:effectLst/>
                <a:uFillTx/>
                <a:latin typeface="Arial"/>
              </a:rPr>
              <a:t>additional </a:t>
            </a:r>
            <a:r>
              <a:rPr lang="en-US" sz="2000" b="0" u="none" strike="noStrike">
                <a:solidFill>
                  <a:srgbClr val="000000"/>
                </a:solidFill>
                <a:effectLst/>
                <a:uFillTx/>
                <a:latin typeface="Arial"/>
              </a:rPr>
              <a:t>started </a:t>
            </a:r>
            <a:r>
              <a:rPr lang="en-US" sz="2000" b="0" u="none" strike="noStrike">
                <a:solidFill>
                  <a:srgbClr val="000000"/>
                </a:solidFill>
                <a:effectLst/>
                <a:uFillTx/>
                <a:latin typeface="Arial"/>
              </a:rPr>
              <a:t>hour adds </a:t>
            </a:r>
            <a:r>
              <a:rPr lang="en-US" sz="2000" b="0" u="none" strike="noStrike">
                <a:solidFill>
                  <a:srgbClr val="000000"/>
                </a:solidFill>
                <a:effectLst/>
                <a:uFillTx/>
                <a:latin typeface="Arial"/>
              </a:rPr>
              <a:t>two </a:t>
            </a:r>
            <a:r>
              <a:rPr lang="en-US" sz="2000" b="0" u="none" strike="noStrike">
                <a:solidFill>
                  <a:srgbClr val="000000"/>
                </a:solidFill>
                <a:effectLst/>
                <a:uFillTx/>
                <a:latin typeface="Arial"/>
              </a:rPr>
              <a:t>dollars. </a:t>
            </a:r>
            <a:r>
              <a:rPr lang="en-US" sz="2000" b="0" u="none" strike="noStrike">
                <a:solidFill>
                  <a:srgbClr val="000000"/>
                </a:solidFill>
                <a:effectLst/>
                <a:uFillTx/>
                <a:latin typeface="Arial"/>
              </a:rPr>
              <a:t>There is </a:t>
            </a:r>
            <a:r>
              <a:rPr lang="en-US" sz="2000" b="0" u="none" strike="noStrike">
                <a:solidFill>
                  <a:srgbClr val="000000"/>
                </a:solidFill>
                <a:effectLst/>
                <a:uFillTx/>
                <a:latin typeface="Arial"/>
              </a:rPr>
              <a:t>no daily </a:t>
            </a:r>
            <a:r>
              <a:rPr lang="en-US" sz="2000" b="0" u="none" strike="noStrike">
                <a:solidFill>
                  <a:srgbClr val="000000"/>
                </a:solidFill>
                <a:effectLst/>
                <a:uFillTx/>
                <a:latin typeface="Arial"/>
              </a:rPr>
              <a:t>cap, so a </a:t>
            </a:r>
            <a:r>
              <a:rPr lang="en-US" sz="2000" b="0" u="none" strike="noStrike">
                <a:solidFill>
                  <a:srgbClr val="000000"/>
                </a:solidFill>
                <a:effectLst/>
                <a:uFillTx/>
                <a:latin typeface="Arial"/>
              </a:rPr>
              <a:t>full 24-</a:t>
            </a:r>
            <a:r>
              <a:rPr lang="en-US" sz="2000" b="0" u="none" strike="noStrike">
                <a:solidFill>
                  <a:srgbClr val="000000"/>
                </a:solidFill>
                <a:effectLst/>
                <a:uFillTx/>
                <a:latin typeface="Arial"/>
              </a:rPr>
              <a:t>hour stay </a:t>
            </a:r>
            <a:r>
              <a:rPr lang="en-US" sz="2000" b="0" u="none" strike="noStrike">
                <a:solidFill>
                  <a:srgbClr val="000000"/>
                </a:solidFill>
                <a:effectLst/>
                <a:uFillTx/>
                <a:latin typeface="Arial"/>
              </a:rPr>
              <a:t>costs five </a:t>
            </a:r>
            <a:r>
              <a:rPr lang="en-US" sz="2000" b="0" u="none" strike="noStrike">
                <a:solidFill>
                  <a:srgbClr val="000000"/>
                </a:solidFill>
                <a:effectLst/>
                <a:uFillTx/>
                <a:latin typeface="Arial"/>
              </a:rPr>
              <a:t>dollars </a:t>
            </a:r>
            <a:r>
              <a:rPr lang="en-US" sz="2000" b="0" u="none" strike="noStrike">
                <a:solidFill>
                  <a:srgbClr val="000000"/>
                </a:solidFill>
                <a:effectLst/>
                <a:uFillTx/>
                <a:latin typeface="Arial"/>
              </a:rPr>
              <a:t>plus 23 </a:t>
            </a:r>
            <a:r>
              <a:rPr lang="en-US" sz="2000" b="0" u="none" strike="noStrike">
                <a:solidFill>
                  <a:srgbClr val="000000"/>
                </a:solidFill>
                <a:effectLst/>
                <a:uFillTx/>
                <a:latin typeface="Arial"/>
              </a:rPr>
              <a:t>times two </a:t>
            </a:r>
            <a:r>
              <a:rPr lang="en-US" sz="2000" b="0" u="none" strike="noStrike">
                <a:solidFill>
                  <a:srgbClr val="000000"/>
                </a:solidFill>
                <a:effectLst/>
                <a:uFillTx/>
                <a:latin typeface="Arial"/>
              </a:rPr>
              <a:t>dollars, </a:t>
            </a:r>
            <a:r>
              <a:rPr lang="en-US" sz="2000" b="0" u="none" strike="noStrike">
                <a:solidFill>
                  <a:srgbClr val="000000"/>
                </a:solidFill>
                <a:effectLst/>
                <a:uFillTx/>
                <a:latin typeface="Arial"/>
              </a:rPr>
              <a:t>which is </a:t>
            </a:r>
            <a:r>
              <a:rPr lang="en-US" sz="2000" b="0" u="none" strike="noStrike">
                <a:solidFill>
                  <a:srgbClr val="000000"/>
                </a:solidFill>
                <a:effectLst/>
                <a:uFillTx/>
                <a:latin typeface="Arial"/>
              </a:rPr>
              <a:t>51 dollars.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function </a:t>
            </a:r>
            <a:r>
              <a:rPr lang="en-US" sz="2000" b="0" u="none" strike="noStrike">
                <a:solidFill>
                  <a:srgbClr val="000000"/>
                </a:solidFill>
                <a:effectLst/>
                <a:uFillTx/>
                <a:latin typeface="Arial"/>
              </a:rPr>
              <a:t>returns </a:t>
            </a:r>
            <a:r>
              <a:rPr lang="en-US" sz="2000" b="0" u="none" strike="noStrike">
                <a:solidFill>
                  <a:srgbClr val="000000"/>
                </a:solidFill>
                <a:effectLst/>
                <a:uFillTx/>
                <a:latin typeface="Arial"/>
              </a:rPr>
              <a:t>integer </a:t>
            </a:r>
            <a:r>
              <a:rPr lang="en-US" sz="2000" b="0" u="none" strike="noStrike">
                <a:solidFill>
                  <a:srgbClr val="000000"/>
                </a:solidFill>
                <a:effectLst/>
                <a:uFillTx/>
                <a:latin typeface="Arial"/>
              </a:rPr>
              <a:t>cents, so </a:t>
            </a:r>
            <a:r>
              <a:rPr lang="en-US" sz="2000" b="0" u="none" strike="noStrike">
                <a:solidFill>
                  <a:srgbClr val="000000"/>
                </a:solidFill>
                <a:effectLst/>
                <a:uFillTx/>
                <a:latin typeface="Arial"/>
              </a:rPr>
              <a:t>five </a:t>
            </a:r>
            <a:r>
              <a:rPr lang="en-US" sz="2000" b="0" u="none" strike="noStrike">
                <a:solidFill>
                  <a:srgbClr val="000000"/>
                </a:solidFill>
                <a:effectLst/>
                <a:uFillTx/>
                <a:latin typeface="Arial"/>
              </a:rPr>
              <a:t>dollars is </a:t>
            </a:r>
            <a:r>
              <a:rPr lang="en-US" sz="2000" b="0" u="none" strike="noStrike">
                <a:solidFill>
                  <a:srgbClr val="000000"/>
                </a:solidFill>
                <a:effectLst/>
                <a:uFillTx/>
                <a:latin typeface="Arial"/>
              </a:rPr>
              <a:t>represent</a:t>
            </a:r>
            <a:r>
              <a:rPr lang="en-US" sz="2000" b="0" u="none" strike="noStrike">
                <a:solidFill>
                  <a:srgbClr val="000000"/>
                </a:solidFill>
                <a:effectLst/>
                <a:uFillTx/>
                <a:latin typeface="Arial"/>
              </a:rPr>
              <a:t>ed as </a:t>
            </a:r>
            <a:r>
              <a:rPr lang="en-US" sz="2000" b="0" u="none" strike="noStrike">
                <a:solidFill>
                  <a:srgbClr val="000000"/>
                </a:solidFill>
                <a:effectLst/>
                <a:uFillTx/>
                <a:latin typeface="Arial"/>
              </a:rPr>
              <a:t>500. </a:t>
            </a:r>
            <a:r>
              <a:rPr lang="en-US" sz="2000" b="0" u="none" strike="noStrike">
                <a:solidFill>
                  <a:srgbClr val="000000"/>
                </a:solidFill>
                <a:effectLst/>
                <a:uFillTx/>
                <a:latin typeface="Arial"/>
              </a:rPr>
              <a:t>These are </a:t>
            </a:r>
            <a:r>
              <a:rPr lang="en-US" sz="2000" b="0" u="none" strike="noStrike">
                <a:solidFill>
                  <a:srgbClr val="000000"/>
                </a:solidFill>
                <a:effectLst/>
                <a:uFillTx/>
                <a:latin typeface="Arial"/>
              </a:rPr>
              <a:t>the rules </a:t>
            </a:r>
            <a:r>
              <a:rPr lang="en-US" sz="2000" b="0" u="none" strike="noStrike">
                <a:solidFill>
                  <a:srgbClr val="000000"/>
                </a:solidFill>
                <a:effectLst/>
                <a:uFillTx/>
                <a:latin typeface="Arial"/>
              </a:rPr>
              <a:t>for this </a:t>
            </a:r>
            <a:r>
              <a:rPr lang="en-US" sz="2000" b="0" u="none" strike="noStrike">
                <a:solidFill>
                  <a:srgbClr val="000000"/>
                </a:solidFill>
                <a:effectLst/>
                <a:uFillTx/>
                <a:latin typeface="Arial"/>
              </a:rPr>
              <a:t>example. </a:t>
            </a:r>
            <a:r>
              <a:rPr lang="en-US" sz="2000" b="0" u="none" strike="noStrike">
                <a:solidFill>
                  <a:srgbClr val="000000"/>
                </a:solidFill>
                <a:effectLst/>
                <a:uFillTx/>
                <a:latin typeface="Arial"/>
              </a:rPr>
              <a:t>They give </a:t>
            </a:r>
            <a:r>
              <a:rPr lang="en-US" sz="2000" b="0" u="none" strike="noStrike">
                <a:solidFill>
                  <a:srgbClr val="000000"/>
                </a:solidFill>
                <a:effectLst/>
                <a:uFillTx/>
                <a:latin typeface="Arial"/>
              </a:rPr>
              <a:t>us the </a:t>
            </a:r>
            <a:r>
              <a:rPr lang="en-US" sz="2000" b="0" u="none" strike="noStrike">
                <a:solidFill>
                  <a:srgbClr val="000000"/>
                </a:solidFill>
                <a:effectLst/>
                <a:uFillTx/>
                <a:latin typeface="Arial"/>
              </a:rPr>
              <a:t>expected </a:t>
            </a:r>
            <a:r>
              <a:rPr lang="en-US" sz="2000" b="0" u="none" strike="noStrike">
                <a:solidFill>
                  <a:srgbClr val="000000"/>
                </a:solidFill>
                <a:effectLst/>
                <a:uFillTx/>
                <a:latin typeface="Arial"/>
              </a:rPr>
              <a:t>results </a:t>
            </a:r>
            <a:r>
              <a:rPr lang="en-US" sz="2000" b="0" u="none" strike="noStrike">
                <a:solidFill>
                  <a:srgbClr val="000000"/>
                </a:solidFill>
                <a:effectLst/>
                <a:uFillTx/>
                <a:latin typeface="Arial"/>
              </a:rPr>
              <a:t>independ</a:t>
            </a:r>
            <a:r>
              <a:rPr lang="en-US" sz="2000" b="0" u="none" strike="noStrike">
                <a:solidFill>
                  <a:srgbClr val="000000"/>
                </a:solidFill>
                <a:effectLst/>
                <a:uFillTx/>
                <a:latin typeface="Arial"/>
              </a:rPr>
              <a:t>ently of </a:t>
            </a:r>
            <a:r>
              <a:rPr lang="en-US" sz="2000" b="0" u="none" strike="noStrike">
                <a:solidFill>
                  <a:srgbClr val="000000"/>
                </a:solidFill>
                <a:effectLst/>
                <a:uFillTx/>
                <a:latin typeface="Arial"/>
              </a:rPr>
              <a:t>the code.</a:t>
            </a:r>
            <a:endParaRPr lang="en-US" sz="2000" b="0" u="none" strike="noStrike">
              <a:solidFill>
                <a:srgbClr val="000000"/>
              </a:solidFill>
              <a:effectLst/>
              <a:uFillTx/>
              <a:latin typeface="Arial"/>
            </a:endParaRPr>
          </a:p>
        </p:txBody>
      </p:sp>
      <p:sp>
        <p:nvSpPr>
          <p:cNvPr id="78" name="PlaceHolder 3"/>
          <p:cNvSpPr>
            <a:spLocks noGrp="1"/>
          </p:cNvSpPr>
          <p:nvPr>
            <p:ph type="sldNum" idx="2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sldImg"/>
          </p:nvPr>
        </p:nvSpPr>
        <p:spPr>
          <a:xfrm>
            <a:off x="0" y="0"/>
            <a:ext cx="0" cy="0"/>
          </a:xfrm>
          <a:prstGeom prst="rect">
            <a:avLst/>
          </a:prstGeom>
          <a:ln w="0">
            <a:noFill/>
          </a:ln>
        </p:spPr>
      </p:sp>
      <p:sp>
        <p:nvSpPr>
          <p:cNvPr id="8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This table </a:t>
            </a:r>
            <a:r>
              <a:rPr lang="en-US" sz="2000" b="0" u="none" strike="noStrike">
                <a:solidFill>
                  <a:srgbClr val="000000"/>
                </a:solidFill>
                <a:effectLst/>
                <a:uFillTx/>
                <a:latin typeface="Arial"/>
              </a:rPr>
              <a:t>is the test </a:t>
            </a:r>
            <a:r>
              <a:rPr lang="en-US" sz="2000" b="0" u="none" strike="noStrike">
                <a:solidFill>
                  <a:srgbClr val="000000"/>
                </a:solidFill>
                <a:effectLst/>
                <a:uFillTx/>
                <a:latin typeface="Arial"/>
              </a:rPr>
              <a:t>plan. </a:t>
            </a:r>
            <a:r>
              <a:rPr lang="en-US" sz="2000" b="0" u="none" strike="noStrike">
                <a:solidFill>
                  <a:srgbClr val="000000"/>
                </a:solidFill>
                <a:effectLst/>
                <a:uFillTx/>
                <a:latin typeface="Arial"/>
              </a:rPr>
              <a:t>Each row </a:t>
            </a:r>
            <a:r>
              <a:rPr lang="en-US" sz="2000" b="0" u="none" strike="noStrike">
                <a:solidFill>
                  <a:srgbClr val="000000"/>
                </a:solidFill>
                <a:effectLst/>
                <a:uFillTx/>
                <a:latin typeface="Arial"/>
              </a:rPr>
              <a:t>correspon</a:t>
            </a:r>
            <a:r>
              <a:rPr lang="en-US" sz="2000" b="0" u="none" strike="noStrike">
                <a:solidFill>
                  <a:srgbClr val="000000"/>
                </a:solidFill>
                <a:effectLst/>
                <a:uFillTx/>
                <a:latin typeface="Arial"/>
              </a:rPr>
              <a:t>ds to one </a:t>
            </a:r>
            <a:r>
              <a:rPr lang="en-US" sz="2000" b="0" u="none" strike="noStrike">
                <a:solidFill>
                  <a:srgbClr val="000000"/>
                </a:solidFill>
                <a:effectLst/>
                <a:uFillTx/>
                <a:latin typeface="Arial"/>
              </a:rPr>
              <a:t>automate</a:t>
            </a:r>
            <a:r>
              <a:rPr lang="en-US" sz="2000" b="0" u="none" strike="noStrike">
                <a:solidFill>
                  <a:srgbClr val="000000"/>
                </a:solidFill>
                <a:effectLst/>
                <a:uFillTx/>
                <a:latin typeface="Arial"/>
              </a:rPr>
              <a:t>d cmocka </a:t>
            </a:r>
            <a:r>
              <a:rPr lang="en-US" sz="2000" b="0" u="none" strike="noStrike">
                <a:solidFill>
                  <a:srgbClr val="000000"/>
                </a:solidFill>
                <a:effectLst/>
                <a:uFillTx/>
                <a:latin typeface="Arial"/>
              </a:rPr>
              <a:t>test. </a:t>
            </a:r>
            <a:r>
              <a:rPr lang="en-US" sz="2000" b="0" u="none" strike="noStrike">
                <a:solidFill>
                  <a:srgbClr val="000000"/>
                </a:solidFill>
                <a:effectLst/>
                <a:uFillTx/>
                <a:latin typeface="Arial"/>
              </a:rPr>
              <a:t>Minus one </a:t>
            </a:r>
            <a:r>
              <a:rPr lang="en-US" sz="2000" b="0" u="none" strike="noStrike">
                <a:solidFill>
                  <a:srgbClr val="000000"/>
                </a:solidFill>
                <a:effectLst/>
                <a:uFillTx/>
                <a:latin typeface="Arial"/>
              </a:rPr>
              <a:t>and 1,441 </a:t>
            </a:r>
            <a:r>
              <a:rPr lang="en-US" sz="2000" b="0" u="none" strike="noStrike">
                <a:solidFill>
                  <a:srgbClr val="000000"/>
                </a:solidFill>
                <a:effectLst/>
                <a:uFillTx/>
                <a:latin typeface="Arial"/>
              </a:rPr>
              <a:t>check </a:t>
            </a:r>
            <a:r>
              <a:rPr lang="en-US" sz="2000" b="0" u="none" strike="noStrike">
                <a:solidFill>
                  <a:srgbClr val="000000"/>
                </a:solidFill>
                <a:effectLst/>
                <a:uFillTx/>
                <a:latin typeface="Arial"/>
              </a:rPr>
              <a:t>invalid </a:t>
            </a:r>
            <a:r>
              <a:rPr lang="en-US" sz="2000" b="0" u="none" strike="noStrike">
                <a:solidFill>
                  <a:srgbClr val="000000"/>
                </a:solidFill>
                <a:effectLst/>
                <a:uFillTx/>
                <a:latin typeface="Arial"/>
              </a:rPr>
              <a:t>inputs on </a:t>
            </a:r>
            <a:r>
              <a:rPr lang="en-US" sz="2000" b="0" u="none" strike="noStrike">
                <a:solidFill>
                  <a:srgbClr val="000000"/>
                </a:solidFill>
                <a:effectLst/>
                <a:uFillTx/>
                <a:latin typeface="Arial"/>
              </a:rPr>
              <a:t>either side </a:t>
            </a:r>
            <a:r>
              <a:rPr lang="en-US" sz="2000" b="0" u="none" strike="noStrike">
                <a:solidFill>
                  <a:srgbClr val="000000"/>
                </a:solidFill>
                <a:effectLst/>
                <a:uFillTx/>
                <a:latin typeface="Arial"/>
              </a:rPr>
              <a:t>of the </a:t>
            </a:r>
            <a:r>
              <a:rPr lang="en-US" sz="2000" b="0" u="none" strike="noStrike">
                <a:solidFill>
                  <a:srgbClr val="000000"/>
                </a:solidFill>
                <a:effectLst/>
                <a:uFillTx/>
                <a:latin typeface="Arial"/>
              </a:rPr>
              <a:t>accepted </a:t>
            </a:r>
            <a:r>
              <a:rPr lang="en-US" sz="2000" b="0" u="none" strike="noStrike">
                <a:solidFill>
                  <a:srgbClr val="000000"/>
                </a:solidFill>
                <a:effectLst/>
                <a:uFillTx/>
                <a:latin typeface="Arial"/>
              </a:rPr>
              <a:t>range. </a:t>
            </a:r>
            <a:r>
              <a:rPr lang="en-US" sz="2000" b="0" u="none" strike="noStrike">
                <a:solidFill>
                  <a:srgbClr val="000000"/>
                </a:solidFill>
                <a:effectLst/>
                <a:uFillTx/>
                <a:latin typeface="Arial"/>
              </a:rPr>
              <a:t>Zero and </a:t>
            </a:r>
            <a:r>
              <a:rPr lang="en-US" sz="2000" b="0" u="none" strike="noStrike">
                <a:solidFill>
                  <a:srgbClr val="000000"/>
                </a:solidFill>
                <a:effectLst/>
                <a:uFillTx/>
                <a:latin typeface="Arial"/>
              </a:rPr>
              <a:t>one check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transition </a:t>
            </a:r>
            <a:r>
              <a:rPr lang="en-US" sz="2000" b="0" u="none" strike="noStrike">
                <a:solidFill>
                  <a:srgbClr val="000000"/>
                </a:solidFill>
                <a:effectLst/>
                <a:uFillTx/>
                <a:latin typeface="Arial"/>
              </a:rPr>
              <a:t>from free </a:t>
            </a:r>
            <a:r>
              <a:rPr lang="en-US" sz="2000" b="0" u="none" strike="noStrike">
                <a:solidFill>
                  <a:srgbClr val="000000"/>
                </a:solidFill>
                <a:effectLst/>
                <a:uFillTx/>
                <a:latin typeface="Arial"/>
              </a:rPr>
              <a:t>parking to </a:t>
            </a:r>
            <a:r>
              <a:rPr lang="en-US" sz="2000" b="0" u="none" strike="noStrike">
                <a:solidFill>
                  <a:srgbClr val="000000"/>
                </a:solidFill>
                <a:effectLst/>
                <a:uFillTx/>
                <a:latin typeface="Arial"/>
              </a:rPr>
              <a:t>a charge. </a:t>
            </a:r>
            <a:r>
              <a:rPr lang="en-US" sz="2000" b="0" u="none" strike="noStrike">
                <a:solidFill>
                  <a:srgbClr val="000000"/>
                </a:solidFill>
                <a:effectLst/>
                <a:uFillTx/>
                <a:latin typeface="Arial"/>
              </a:rPr>
              <a:t>Thirty is </a:t>
            </a:r>
            <a:r>
              <a:rPr lang="en-US" sz="2000" b="0" u="none" strike="noStrike">
                <a:solidFill>
                  <a:srgbClr val="000000"/>
                </a:solidFill>
                <a:effectLst/>
                <a:uFillTx/>
                <a:latin typeface="Arial"/>
              </a:rPr>
              <a:t>an </a:t>
            </a:r>
            <a:r>
              <a:rPr lang="en-US" sz="2000" b="0" u="none" strike="noStrike">
                <a:solidFill>
                  <a:srgbClr val="000000"/>
                </a:solidFill>
                <a:effectLst/>
                <a:uFillTx/>
                <a:latin typeface="Arial"/>
              </a:rPr>
              <a:t>ordinary </a:t>
            </a:r>
            <a:r>
              <a:rPr lang="en-US" sz="2000" b="0" u="none" strike="noStrike">
                <a:solidFill>
                  <a:srgbClr val="000000"/>
                </a:solidFill>
                <a:effectLst/>
                <a:uFillTx/>
                <a:latin typeface="Arial"/>
              </a:rPr>
              <a:t>first-hour </a:t>
            </a:r>
            <a:r>
              <a:rPr lang="en-US" sz="2000" b="0" u="none" strike="noStrike">
                <a:solidFill>
                  <a:srgbClr val="000000"/>
                </a:solidFill>
                <a:effectLst/>
                <a:uFillTx/>
                <a:latin typeface="Arial"/>
              </a:rPr>
              <a:t>represent</a:t>
            </a:r>
            <a:r>
              <a:rPr lang="en-US" sz="2000" b="0" u="none" strike="noStrike">
                <a:solidFill>
                  <a:srgbClr val="000000"/>
                </a:solidFill>
                <a:effectLst/>
                <a:uFillTx/>
                <a:latin typeface="Arial"/>
              </a:rPr>
              <a:t>ative. The </a:t>
            </a:r>
            <a:r>
              <a:rPr lang="en-US" sz="2000" b="0" u="none" strike="noStrike">
                <a:solidFill>
                  <a:srgbClr val="000000"/>
                </a:solidFill>
                <a:effectLst/>
                <a:uFillTx/>
                <a:latin typeface="Arial"/>
              </a:rPr>
              <a:t>values 59, </a:t>
            </a:r>
            <a:r>
              <a:rPr lang="en-US" sz="2000" b="0" u="none" strike="noStrike">
                <a:solidFill>
                  <a:srgbClr val="000000"/>
                </a:solidFill>
                <a:effectLst/>
                <a:uFillTx/>
                <a:latin typeface="Arial"/>
              </a:rPr>
              <a:t>60, and </a:t>
            </a:r>
            <a:r>
              <a:rPr lang="en-US" sz="2000" b="0" u="none" strike="noStrike">
                <a:solidFill>
                  <a:srgbClr val="000000"/>
                </a:solidFill>
                <a:effectLst/>
                <a:uFillTx/>
                <a:latin typeface="Arial"/>
              </a:rPr>
              <a:t>61 </a:t>
            </a:r>
            <a:r>
              <a:rPr lang="en-US" sz="2000" b="0" u="none" strike="noStrike">
                <a:solidFill>
                  <a:srgbClr val="000000"/>
                </a:solidFill>
                <a:effectLst/>
                <a:uFillTx/>
                <a:latin typeface="Arial"/>
              </a:rPr>
              <a:t>surround </a:t>
            </a:r>
            <a:r>
              <a:rPr lang="en-US" sz="2000" b="0" u="none" strike="noStrike">
                <a:solidFill>
                  <a:srgbClr val="000000"/>
                </a:solidFill>
                <a:effectLst/>
                <a:uFillTx/>
                <a:latin typeface="Arial"/>
              </a:rPr>
              <a:t>the first </a:t>
            </a:r>
            <a:r>
              <a:rPr lang="en-US" sz="2000" b="0" u="none" strike="noStrike">
                <a:solidFill>
                  <a:srgbClr val="000000"/>
                </a:solidFill>
                <a:effectLst/>
                <a:uFillTx/>
                <a:latin typeface="Arial"/>
              </a:rPr>
              <a:t>pricing </a:t>
            </a:r>
            <a:r>
              <a:rPr lang="en-US" sz="2000" b="0" u="none" strike="noStrike">
                <a:solidFill>
                  <a:srgbClr val="000000"/>
                </a:solidFill>
                <a:effectLst/>
                <a:uFillTx/>
                <a:latin typeface="Arial"/>
              </a:rPr>
              <a:t>transition.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values </a:t>
            </a:r>
            <a:r>
              <a:rPr lang="en-US" sz="2000" b="0" u="none" strike="noStrike">
                <a:solidFill>
                  <a:srgbClr val="000000"/>
                </a:solidFill>
                <a:effectLst/>
                <a:uFillTx/>
                <a:latin typeface="Arial"/>
              </a:rPr>
              <a:t>119, 120, </a:t>
            </a:r>
            <a:r>
              <a:rPr lang="en-US" sz="2000" b="0" u="none" strike="noStrike">
                <a:solidFill>
                  <a:srgbClr val="000000"/>
                </a:solidFill>
                <a:effectLst/>
                <a:uFillTx/>
                <a:latin typeface="Arial"/>
              </a:rPr>
              <a:t>and 121 </a:t>
            </a:r>
            <a:r>
              <a:rPr lang="en-US" sz="2000" b="0" u="none" strike="noStrike">
                <a:solidFill>
                  <a:srgbClr val="000000"/>
                </a:solidFill>
                <a:effectLst/>
                <a:uFillTx/>
                <a:latin typeface="Arial"/>
              </a:rPr>
              <a:t>check the </a:t>
            </a:r>
            <a:r>
              <a:rPr lang="en-US" sz="2000" b="0" u="none" strike="noStrike">
                <a:solidFill>
                  <a:srgbClr val="000000"/>
                </a:solidFill>
                <a:effectLst/>
                <a:uFillTx/>
                <a:latin typeface="Arial"/>
              </a:rPr>
              <a:t>next </a:t>
            </a:r>
            <a:r>
              <a:rPr lang="en-US" sz="2000" b="0" u="none" strike="noStrike">
                <a:solidFill>
                  <a:srgbClr val="000000"/>
                </a:solidFill>
                <a:effectLst/>
                <a:uFillTx/>
                <a:latin typeface="Arial"/>
              </a:rPr>
              <a:t>transition, </a:t>
            </a:r>
            <a:r>
              <a:rPr lang="en-US" sz="2000" b="0" u="none" strike="noStrike">
                <a:solidFill>
                  <a:srgbClr val="000000"/>
                </a:solidFill>
                <a:effectLst/>
                <a:uFillTx/>
                <a:latin typeface="Arial"/>
              </a:rPr>
              <a:t>where the </a:t>
            </a:r>
            <a:r>
              <a:rPr lang="en-US" sz="2000" b="0" u="none" strike="noStrike">
                <a:solidFill>
                  <a:srgbClr val="000000"/>
                </a:solidFill>
                <a:effectLst/>
                <a:uFillTx/>
                <a:latin typeface="Arial"/>
              </a:rPr>
              <a:t>same rule </a:t>
            </a:r>
            <a:r>
              <a:rPr lang="en-US" sz="2000" b="0" u="none" strike="noStrike">
                <a:solidFill>
                  <a:srgbClr val="000000"/>
                </a:solidFill>
                <a:effectLst/>
                <a:uFillTx/>
                <a:latin typeface="Arial"/>
              </a:rPr>
              <a:t>repeats. </a:t>
            </a:r>
            <a:r>
              <a:rPr lang="en-US" sz="2000" b="0" u="none" strike="noStrike">
                <a:solidFill>
                  <a:srgbClr val="000000"/>
                </a:solidFill>
                <a:effectLst/>
                <a:uFillTx/>
                <a:latin typeface="Arial"/>
              </a:rPr>
              <a:t>Finally, </a:t>
            </a:r>
            <a:r>
              <a:rPr lang="en-US" sz="2000" b="0" u="none" strike="noStrike">
                <a:solidFill>
                  <a:srgbClr val="000000"/>
                </a:solidFill>
                <a:effectLst/>
                <a:uFillTx/>
                <a:latin typeface="Arial"/>
              </a:rPr>
              <a:t>1,440 </a:t>
            </a:r>
            <a:r>
              <a:rPr lang="en-US" sz="2000" b="0" u="none" strike="noStrike">
                <a:solidFill>
                  <a:srgbClr val="000000"/>
                </a:solidFill>
                <a:effectLst/>
                <a:uFillTx/>
                <a:latin typeface="Arial"/>
              </a:rPr>
              <a:t>checks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largest </a:t>
            </a:r>
            <a:r>
              <a:rPr lang="en-US" sz="2000" b="0" u="none" strike="noStrike">
                <a:solidFill>
                  <a:srgbClr val="000000"/>
                </a:solidFill>
                <a:effectLst/>
                <a:uFillTx/>
                <a:latin typeface="Arial"/>
              </a:rPr>
              <a:t>accepted </a:t>
            </a:r>
            <a:r>
              <a:rPr lang="en-US" sz="2000" b="0" u="none" strike="noStrike">
                <a:solidFill>
                  <a:srgbClr val="000000"/>
                </a:solidFill>
                <a:effectLst/>
                <a:uFillTx/>
                <a:latin typeface="Arial"/>
              </a:rPr>
              <a:t>duration. </a:t>
            </a:r>
            <a:r>
              <a:rPr lang="en-US" sz="2000" b="0" u="none" strike="noStrike">
                <a:solidFill>
                  <a:srgbClr val="000000"/>
                </a:solidFill>
                <a:effectLst/>
                <a:uFillTx/>
                <a:latin typeface="Arial"/>
              </a:rPr>
              <a:t>Notice </a:t>
            </a:r>
            <a:r>
              <a:rPr lang="en-US" sz="2000" b="0" u="none" strike="noStrike">
                <a:solidFill>
                  <a:srgbClr val="000000"/>
                </a:solidFill>
                <a:effectLst/>
                <a:uFillTx/>
                <a:latin typeface="Arial"/>
              </a:rPr>
              <a:t>that </a:t>
            </a:r>
            <a:r>
              <a:rPr lang="en-US" sz="2000" b="0" u="none" strike="noStrike">
                <a:solidFill>
                  <a:srgbClr val="000000"/>
                </a:solidFill>
                <a:effectLst/>
                <a:uFillTx/>
                <a:latin typeface="Arial"/>
              </a:rPr>
              <a:t>exactly 60 </a:t>
            </a:r>
            <a:r>
              <a:rPr lang="en-US" sz="2000" b="0" u="none" strike="noStrike">
                <a:solidFill>
                  <a:srgbClr val="000000"/>
                </a:solidFill>
                <a:effectLst/>
                <a:uFillTx/>
                <a:latin typeface="Arial"/>
              </a:rPr>
              <a:t>minutes </a:t>
            </a:r>
            <a:r>
              <a:rPr lang="en-US" sz="2000" b="0" u="none" strike="noStrike">
                <a:solidFill>
                  <a:srgbClr val="000000"/>
                </a:solidFill>
                <a:effectLst/>
                <a:uFillTx/>
                <a:latin typeface="Arial"/>
              </a:rPr>
              <a:t>still costs </a:t>
            </a:r>
            <a:r>
              <a:rPr lang="en-US" sz="2000" b="0" u="none" strike="noStrike">
                <a:solidFill>
                  <a:srgbClr val="000000"/>
                </a:solidFill>
                <a:effectLst/>
                <a:uFillTx/>
                <a:latin typeface="Arial"/>
              </a:rPr>
              <a:t>five </a:t>
            </a:r>
            <a:r>
              <a:rPr lang="en-US" sz="2000" b="0" u="none" strike="noStrike">
                <a:solidFill>
                  <a:srgbClr val="000000"/>
                </a:solidFill>
                <a:effectLst/>
                <a:uFillTx/>
                <a:latin typeface="Arial"/>
              </a:rPr>
              <a:t>dollars. </a:t>
            </a:r>
            <a:r>
              <a:rPr lang="en-US" sz="2000" b="0" u="none" strike="noStrike">
                <a:solidFill>
                  <a:srgbClr val="000000"/>
                </a:solidFill>
                <a:effectLst/>
                <a:uFillTx/>
                <a:latin typeface="Arial"/>
              </a:rPr>
              <a:t>The extra </a:t>
            </a:r>
            <a:r>
              <a:rPr lang="en-US" sz="2000" b="0" u="none" strike="noStrike">
                <a:solidFill>
                  <a:srgbClr val="000000"/>
                </a:solidFill>
                <a:effectLst/>
                <a:uFillTx/>
                <a:latin typeface="Arial"/>
              </a:rPr>
              <a:t>charge </a:t>
            </a:r>
            <a:r>
              <a:rPr lang="en-US" sz="2000" b="0" u="none" strike="noStrike">
                <a:solidFill>
                  <a:srgbClr val="000000"/>
                </a:solidFill>
                <a:effectLst/>
                <a:uFillTx/>
                <a:latin typeface="Arial"/>
              </a:rPr>
              <a:t>begins at </a:t>
            </a:r>
            <a:r>
              <a:rPr lang="en-US" sz="2000" b="0" u="none" strike="noStrike">
                <a:solidFill>
                  <a:srgbClr val="000000"/>
                </a:solidFill>
                <a:effectLst/>
                <a:uFillTx/>
                <a:latin typeface="Arial"/>
              </a:rPr>
              <a:t>61. We </a:t>
            </a:r>
            <a:r>
              <a:rPr lang="en-US" sz="2000" b="0" u="none" strike="noStrike">
                <a:solidFill>
                  <a:srgbClr val="000000"/>
                </a:solidFill>
                <a:effectLst/>
                <a:uFillTx/>
                <a:latin typeface="Arial"/>
              </a:rPr>
              <a:t>calculate </a:t>
            </a:r>
            <a:r>
              <a:rPr lang="en-US" sz="2000" b="0" u="none" strike="noStrike">
                <a:solidFill>
                  <a:srgbClr val="000000"/>
                </a:solidFill>
                <a:effectLst/>
                <a:uFillTx/>
                <a:latin typeface="Arial"/>
              </a:rPr>
              <a:t>these </a:t>
            </a:r>
            <a:r>
              <a:rPr lang="en-US" sz="2000" b="0" u="none" strike="noStrike">
                <a:solidFill>
                  <a:srgbClr val="000000"/>
                </a:solidFill>
                <a:effectLst/>
                <a:uFillTx/>
                <a:latin typeface="Arial"/>
              </a:rPr>
              <a:t>expected </a:t>
            </a:r>
            <a:r>
              <a:rPr lang="en-US" sz="2000" b="0" u="none" strike="noStrike">
                <a:solidFill>
                  <a:srgbClr val="000000"/>
                </a:solidFill>
                <a:effectLst/>
                <a:uFillTx/>
                <a:latin typeface="Arial"/>
              </a:rPr>
              <a:t>amounts </a:t>
            </a:r>
            <a:r>
              <a:rPr lang="en-US" sz="2000" b="0" u="none" strike="noStrike">
                <a:solidFill>
                  <a:srgbClr val="000000"/>
                </a:solidFill>
                <a:effectLst/>
                <a:uFillTx/>
                <a:latin typeface="Arial"/>
              </a:rPr>
              <a:t>from the </a:t>
            </a:r>
            <a:r>
              <a:rPr lang="en-US" sz="2000" b="0" u="none" strike="noStrike">
                <a:solidFill>
                  <a:srgbClr val="000000"/>
                </a:solidFill>
                <a:effectLst/>
                <a:uFillTx/>
                <a:latin typeface="Arial"/>
              </a:rPr>
              <a:t>specificati</a:t>
            </a:r>
            <a:r>
              <a:rPr lang="en-US" sz="2000" b="0" u="none" strike="noStrike">
                <a:solidFill>
                  <a:srgbClr val="000000"/>
                </a:solidFill>
                <a:effectLst/>
                <a:uFillTx/>
                <a:latin typeface="Arial"/>
              </a:rPr>
              <a:t>on rather </a:t>
            </a:r>
            <a:r>
              <a:rPr lang="en-US" sz="2000" b="0" u="none" strike="noStrike">
                <a:solidFill>
                  <a:srgbClr val="000000"/>
                </a:solidFill>
                <a:effectLst/>
                <a:uFillTx/>
                <a:latin typeface="Arial"/>
              </a:rPr>
              <a:t>than by </a:t>
            </a:r>
            <a:r>
              <a:rPr lang="en-US" sz="2000" b="0" u="none" strike="noStrike">
                <a:solidFill>
                  <a:srgbClr val="000000"/>
                </a:solidFill>
                <a:effectLst/>
                <a:uFillTx/>
                <a:latin typeface="Arial"/>
              </a:rPr>
              <a:t>copying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implement</a:t>
            </a:r>
            <a:r>
              <a:rPr lang="en-US" sz="2000" b="0" u="none" strike="noStrike">
                <a:solidFill>
                  <a:srgbClr val="000000"/>
                </a:solidFill>
                <a:effectLst/>
                <a:uFillTx/>
                <a:latin typeface="Arial"/>
              </a:rPr>
              <a:t>ation's </a:t>
            </a:r>
            <a:r>
              <a:rPr lang="en-US" sz="2000" b="0" u="none" strike="noStrike">
                <a:solidFill>
                  <a:srgbClr val="000000"/>
                </a:solidFill>
                <a:effectLst/>
                <a:uFillTx/>
                <a:latin typeface="Arial"/>
              </a:rPr>
              <a:t>formula. </a:t>
            </a:r>
            <a:r>
              <a:rPr lang="en-US" sz="2000" b="0" u="none" strike="noStrike">
                <a:solidFill>
                  <a:srgbClr val="000000"/>
                </a:solidFill>
                <a:effectLst/>
                <a:uFillTx/>
                <a:latin typeface="Arial"/>
              </a:rPr>
              <a:t>This is a </a:t>
            </a:r>
            <a:r>
              <a:rPr lang="en-US" sz="2000" b="0" u="none" strike="noStrike">
                <a:solidFill>
                  <a:srgbClr val="000000"/>
                </a:solidFill>
                <a:effectLst/>
                <a:uFillTx/>
                <a:latin typeface="Arial"/>
              </a:rPr>
              <a:t>compact </a:t>
            </a:r>
            <a:r>
              <a:rPr lang="en-US" sz="2000" b="0" u="none" strike="noStrike">
                <a:solidFill>
                  <a:srgbClr val="000000"/>
                </a:solidFill>
                <a:effectLst/>
                <a:uFillTx/>
                <a:latin typeface="Arial"/>
              </a:rPr>
              <a:t>selected </a:t>
            </a:r>
            <a:r>
              <a:rPr lang="en-US" sz="2000" b="0" u="none" strike="noStrike">
                <a:solidFill>
                  <a:srgbClr val="000000"/>
                </a:solidFill>
                <a:effectLst/>
                <a:uFillTx/>
                <a:latin typeface="Arial"/>
              </a:rPr>
              <a:t>suite, not </a:t>
            </a:r>
            <a:r>
              <a:rPr lang="en-US" sz="2000" b="0" u="none" strike="noStrike">
                <a:solidFill>
                  <a:srgbClr val="000000"/>
                </a:solidFill>
                <a:effectLst/>
                <a:uFillTx/>
                <a:latin typeface="Arial"/>
              </a:rPr>
              <a:t>a claim </a:t>
            </a:r>
            <a:r>
              <a:rPr lang="en-US" sz="2000" b="0" u="none" strike="noStrike">
                <a:solidFill>
                  <a:srgbClr val="000000"/>
                </a:solidFill>
                <a:effectLst/>
                <a:uFillTx/>
                <a:latin typeface="Arial"/>
              </a:rPr>
              <a:t>that we </a:t>
            </a:r>
            <a:r>
              <a:rPr lang="en-US" sz="2000" b="0" u="none" strike="noStrike">
                <a:solidFill>
                  <a:srgbClr val="000000"/>
                </a:solidFill>
                <a:effectLst/>
                <a:uFillTx/>
                <a:latin typeface="Arial"/>
              </a:rPr>
              <a:t>have </a:t>
            </a:r>
            <a:r>
              <a:rPr lang="en-US" sz="2000" b="0" u="none" strike="noStrike">
                <a:solidFill>
                  <a:srgbClr val="000000"/>
                </a:solidFill>
                <a:effectLst/>
                <a:uFillTx/>
                <a:latin typeface="Arial"/>
              </a:rPr>
              <a:t>tested </a:t>
            </a:r>
            <a:r>
              <a:rPr lang="en-US" sz="2000" b="0" u="none" strike="noStrike">
                <a:solidFill>
                  <a:srgbClr val="000000"/>
                </a:solidFill>
                <a:effectLst/>
                <a:uFillTx/>
                <a:latin typeface="Arial"/>
              </a:rPr>
              <a:t>every </a:t>
            </a:r>
            <a:r>
              <a:rPr lang="en-US" sz="2000" b="0" u="none" strike="noStrike">
                <a:solidFill>
                  <a:srgbClr val="000000"/>
                </a:solidFill>
                <a:effectLst/>
                <a:uFillTx/>
                <a:latin typeface="Arial"/>
              </a:rPr>
              <a:t>possible </a:t>
            </a:r>
            <a:r>
              <a:rPr lang="en-US" sz="2000" b="0" u="none" strike="noStrike">
                <a:solidFill>
                  <a:srgbClr val="000000"/>
                </a:solidFill>
                <a:effectLst/>
                <a:uFillTx/>
                <a:latin typeface="Arial"/>
              </a:rPr>
              <a:t>input or </a:t>
            </a:r>
            <a:r>
              <a:rPr lang="en-US" sz="2000" b="0" u="none" strike="noStrike">
                <a:solidFill>
                  <a:srgbClr val="000000"/>
                </a:solidFill>
                <a:effectLst/>
                <a:uFillTx/>
                <a:latin typeface="Arial"/>
              </a:rPr>
              <a:t>boundary.</a:t>
            </a:r>
            <a:endParaRPr lang="en-US" sz="2000" b="0" u="none" strike="noStrike">
              <a:solidFill>
                <a:srgbClr val="000000"/>
              </a:solidFill>
              <a:effectLst/>
              <a:uFillTx/>
              <a:latin typeface="Arial"/>
            </a:endParaRPr>
          </a:p>
        </p:txBody>
      </p:sp>
      <p:sp>
        <p:nvSpPr>
          <p:cNvPr id="81" name="PlaceHolder 3"/>
          <p:cNvSpPr>
            <a:spLocks noGrp="1"/>
          </p:cNvSpPr>
          <p:nvPr>
            <p:ph type="sldNum" idx="2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0" y="0"/>
            <a:ext cx="0" cy="0"/>
          </a:xfrm>
          <a:prstGeom prst="rect">
            <a:avLst/>
          </a:prstGeom>
          <a:ln w="0">
            <a:noFill/>
          </a:ln>
        </p:spPr>
      </p:sp>
      <p:sp>
        <p:nvSpPr>
          <p:cNvPr id="8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function has one input and returns either a charge in cents or minus one. The first condition rejects durations outside zero through 1,440. The second handles zero separately because zero minutes is free. For positive durations, integer division calculates the number of additional started hours. C integer division truncates the fractional part. Subtracting one before dividing is what keeps exact hour boundaries in the correct pricing period. At 60 minutes, 59 divided by 60 is zero, so the charge remains 500 cents. At 61 minutes, 60 divided by 60 is one, so the charge becomes 700 cents. At 120 minutes, 119 divided by 60 is still one. The function is small, has no external dependencies, and needs no setup or mocks.</a:t>
            </a:r>
            <a:endParaRPr lang="en-US" sz="2000" b="0" u="none" strike="noStrike">
              <a:solidFill>
                <a:srgbClr val="000000"/>
              </a:solidFill>
              <a:effectLst/>
              <a:uFillTx/>
              <a:latin typeface="Arial"/>
            </a:endParaRPr>
          </a:p>
        </p:txBody>
      </p:sp>
      <p:sp>
        <p:nvSpPr>
          <p:cNvPr id="84" name="PlaceHolder 3"/>
          <p:cNvSpPr>
            <a:spLocks noGrp="1"/>
          </p:cNvSpPr>
          <p:nvPr>
            <p:ph type="sldNum" idx="23"/>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0" y="0"/>
            <a:ext cx="0" cy="0"/>
          </a:xfrm>
          <a:prstGeom prst="rect">
            <a:avLst/>
          </a:prstGeom>
          <a:ln w="0">
            <a:noFill/>
          </a:ln>
        </p:spPr>
      </p:sp>
      <p:sp>
        <p:nvSpPr>
          <p:cNvPr id="8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This is </a:t>
            </a:r>
            <a:r>
              <a:rPr lang="en-US" sz="2000" b="0" u="none" strike="noStrike">
                <a:solidFill>
                  <a:srgbClr val="000000"/>
                </a:solidFill>
                <a:effectLst/>
                <a:uFillTx/>
                <a:latin typeface="Arial"/>
              </a:rPr>
              <a:t>one </a:t>
            </a:r>
            <a:r>
              <a:rPr lang="en-US" sz="2000" b="0" u="none" strike="noStrike">
                <a:solidFill>
                  <a:srgbClr val="000000"/>
                </a:solidFill>
                <a:effectLst/>
                <a:uFillTx/>
                <a:latin typeface="Arial"/>
              </a:rPr>
              <a:t>complete </a:t>
            </a:r>
            <a:r>
              <a:rPr lang="en-US" sz="2000" b="0" u="none" strike="noStrike">
                <a:solidFill>
                  <a:srgbClr val="000000"/>
                </a:solidFill>
                <a:effectLst/>
                <a:uFillTx/>
                <a:latin typeface="Arial"/>
              </a:rPr>
              <a:t>automate</a:t>
            </a:r>
            <a:r>
              <a:rPr lang="en-US" sz="2000" b="0" u="none" strike="noStrike">
                <a:solidFill>
                  <a:srgbClr val="000000"/>
                </a:solidFill>
                <a:effectLst/>
                <a:uFillTx/>
                <a:latin typeface="Arial"/>
              </a:rPr>
              <a:t>d test </a:t>
            </a:r>
            <a:r>
              <a:rPr lang="en-US" sz="2000" b="0" u="none" strike="noStrike">
                <a:solidFill>
                  <a:srgbClr val="000000"/>
                </a:solidFill>
                <a:effectLst/>
                <a:uFillTx/>
                <a:latin typeface="Arial"/>
              </a:rPr>
              <a:t>from </a:t>
            </a:r>
            <a:r>
              <a:rPr lang="en-US" sz="2000" b="0" u="none" strike="noStrike">
                <a:solidFill>
                  <a:srgbClr val="000000"/>
                </a:solidFill>
                <a:effectLst/>
                <a:uFillTx/>
                <a:latin typeface="Arial"/>
              </a:rPr>
              <a:t>test_parki</a:t>
            </a:r>
            <a:r>
              <a:rPr lang="en-US" sz="2000" b="0" u="none" strike="noStrike">
                <a:solidFill>
                  <a:srgbClr val="000000"/>
                </a:solidFill>
                <a:effectLst/>
                <a:uFillTx/>
                <a:latin typeface="Arial"/>
              </a:rPr>
              <a:t>ng.c. </a:t>
            </a:r>
            <a:r>
              <a:rPr lang="en-US" sz="2000" b="0" u="none" strike="noStrike">
                <a:solidFill>
                  <a:srgbClr val="000000"/>
                </a:solidFill>
                <a:effectLst/>
                <a:uFillTx/>
                <a:latin typeface="Arial"/>
              </a:rPr>
              <a:t>cmocka </a:t>
            </a:r>
            <a:r>
              <a:rPr lang="en-US" sz="2000" b="0" u="none" strike="noStrike">
                <a:solidFill>
                  <a:srgbClr val="000000"/>
                </a:solidFill>
                <a:effectLst/>
                <a:uFillTx/>
                <a:latin typeface="Arial"/>
              </a:rPr>
              <a:t>calls test </a:t>
            </a:r>
            <a:r>
              <a:rPr lang="en-US" sz="2000" b="0" u="none" strike="noStrike">
                <a:solidFill>
                  <a:srgbClr val="000000"/>
                </a:solidFill>
                <a:effectLst/>
                <a:uFillTx/>
                <a:latin typeface="Arial"/>
              </a:rPr>
              <a:t>functions </a:t>
            </a:r>
            <a:r>
              <a:rPr lang="en-US" sz="2000" b="0" u="none" strike="noStrike">
                <a:solidFill>
                  <a:srgbClr val="000000"/>
                </a:solidFill>
                <a:effectLst/>
                <a:uFillTx/>
                <a:latin typeface="Arial"/>
              </a:rPr>
              <a:t>with a </a:t>
            </a:r>
            <a:r>
              <a:rPr lang="en-US" sz="2000" b="0" u="none" strike="noStrike">
                <a:solidFill>
                  <a:srgbClr val="000000"/>
                </a:solidFill>
                <a:effectLst/>
                <a:uFillTx/>
                <a:latin typeface="Arial"/>
              </a:rPr>
              <a:t>void </a:t>
            </a:r>
            <a:r>
              <a:rPr lang="en-US" sz="2000" b="0" u="none" strike="noStrike">
                <a:solidFill>
                  <a:srgbClr val="000000"/>
                </a:solidFill>
                <a:effectLst/>
                <a:uFillTx/>
                <a:latin typeface="Arial"/>
              </a:rPr>
              <a:t>double-</a:t>
            </a:r>
            <a:r>
              <a:rPr lang="en-US" sz="2000" b="0" u="none" strike="noStrike">
                <a:solidFill>
                  <a:srgbClr val="000000"/>
                </a:solidFill>
                <a:effectLst/>
                <a:uFillTx/>
                <a:latin typeface="Arial"/>
              </a:rPr>
              <a:t>pointer </a:t>
            </a:r>
            <a:r>
              <a:rPr lang="en-US" sz="2000" b="0" u="none" strike="noStrike">
                <a:solidFill>
                  <a:srgbClr val="000000"/>
                </a:solidFill>
                <a:effectLst/>
                <a:uFillTx/>
                <a:latin typeface="Arial"/>
              </a:rPr>
              <a:t>named </a:t>
            </a:r>
            <a:r>
              <a:rPr lang="en-US" sz="2000" b="0" u="none" strike="noStrike">
                <a:solidFill>
                  <a:srgbClr val="000000"/>
                </a:solidFill>
                <a:effectLst/>
                <a:uFillTx/>
                <a:latin typeface="Arial"/>
              </a:rPr>
              <a:t>state. This </a:t>
            </a:r>
            <a:r>
              <a:rPr lang="en-US" sz="2000" b="0" u="none" strike="noStrike">
                <a:solidFill>
                  <a:srgbClr val="000000"/>
                </a:solidFill>
                <a:effectLst/>
                <a:uFillTx/>
                <a:latin typeface="Arial"/>
              </a:rPr>
              <a:t>example </a:t>
            </a:r>
            <a:r>
              <a:rPr lang="en-US" sz="2000" b="0" u="none" strike="noStrike">
                <a:solidFill>
                  <a:srgbClr val="000000"/>
                </a:solidFill>
                <a:effectLst/>
                <a:uFillTx/>
                <a:latin typeface="Arial"/>
              </a:rPr>
              <a:t>does not </a:t>
            </a:r>
            <a:r>
              <a:rPr lang="en-US" sz="2000" b="0" u="none" strike="noStrike">
                <a:solidFill>
                  <a:srgbClr val="000000"/>
                </a:solidFill>
                <a:effectLst/>
                <a:uFillTx/>
                <a:latin typeface="Arial"/>
              </a:rPr>
              <a:t>need </a:t>
            </a:r>
            <a:r>
              <a:rPr lang="en-US" sz="2000" b="0" u="none" strike="noStrike">
                <a:solidFill>
                  <a:srgbClr val="000000"/>
                </a:solidFill>
                <a:effectLst/>
                <a:uFillTx/>
                <a:latin typeface="Arial"/>
              </a:rPr>
              <a:t>shared </a:t>
            </a:r>
            <a:r>
              <a:rPr lang="en-US" sz="2000" b="0" u="none" strike="noStrike">
                <a:solidFill>
                  <a:srgbClr val="000000"/>
                </a:solidFill>
                <a:effectLst/>
                <a:uFillTx/>
                <a:latin typeface="Arial"/>
              </a:rPr>
              <a:t>fixture </a:t>
            </a:r>
            <a:r>
              <a:rPr lang="en-US" sz="2000" b="0" u="none" strike="noStrike">
                <a:solidFill>
                  <a:srgbClr val="000000"/>
                </a:solidFill>
                <a:effectLst/>
                <a:uFillTx/>
                <a:latin typeface="Arial"/>
              </a:rPr>
              <a:t>data, so </a:t>
            </a:r>
            <a:r>
              <a:rPr lang="en-US" sz="2000" b="0" u="none" strike="noStrike">
                <a:solidFill>
                  <a:srgbClr val="000000"/>
                </a:solidFill>
                <a:effectLst/>
                <a:uFillTx/>
                <a:latin typeface="Arial"/>
              </a:rPr>
              <a:t>casting </a:t>
            </a:r>
            <a:r>
              <a:rPr lang="en-US" sz="2000" b="0" u="none" strike="noStrike">
                <a:solidFill>
                  <a:srgbClr val="000000"/>
                </a:solidFill>
                <a:effectLst/>
                <a:uFillTx/>
                <a:latin typeface="Arial"/>
              </a:rPr>
              <a:t>state to </a:t>
            </a:r>
            <a:r>
              <a:rPr lang="en-US" sz="2000" b="0" u="none" strike="noStrike">
                <a:solidFill>
                  <a:srgbClr val="000000"/>
                </a:solidFill>
                <a:effectLst/>
                <a:uFillTx/>
                <a:latin typeface="Arial"/>
              </a:rPr>
              <a:t>void </a:t>
            </a:r>
            <a:r>
              <a:rPr lang="en-US" sz="2000" b="0" u="none" strike="noStrike">
                <a:solidFill>
                  <a:srgbClr val="000000"/>
                </a:solidFill>
                <a:effectLst/>
                <a:uFillTx/>
                <a:latin typeface="Arial"/>
              </a:rPr>
              <a:t>marks it </a:t>
            </a:r>
            <a:r>
              <a:rPr lang="en-US" sz="2000" b="0" u="none" strike="noStrike">
                <a:solidFill>
                  <a:srgbClr val="000000"/>
                </a:solidFill>
                <a:effectLst/>
                <a:uFillTx/>
                <a:latin typeface="Arial"/>
              </a:rPr>
              <a:t>as </a:t>
            </a:r>
            <a:r>
              <a:rPr lang="en-US" sz="2000" b="0" u="none" strike="noStrike">
                <a:solidFill>
                  <a:srgbClr val="000000"/>
                </a:solidFill>
                <a:effectLst/>
                <a:uFillTx/>
                <a:latin typeface="Arial"/>
              </a:rPr>
              <a:t>intentional</a:t>
            </a:r>
            <a:r>
              <a:rPr lang="en-US" sz="2000" b="0" u="none" strike="noStrike">
                <a:solidFill>
                  <a:srgbClr val="000000"/>
                </a:solidFill>
                <a:effectLst/>
                <a:uFillTx/>
                <a:latin typeface="Arial"/>
              </a:rPr>
              <a:t>ly unused. </a:t>
            </a:r>
            <a:r>
              <a:rPr lang="en-US" sz="2000" b="0" u="none" strike="noStrike">
                <a:solidFill>
                  <a:srgbClr val="000000"/>
                </a:solidFill>
                <a:effectLst/>
                <a:uFillTx/>
                <a:latin typeface="Arial"/>
              </a:rPr>
              <a:t>The test </a:t>
            </a:r>
            <a:r>
              <a:rPr lang="en-US" sz="2000" b="0" u="none" strike="noStrike">
                <a:solidFill>
                  <a:srgbClr val="000000"/>
                </a:solidFill>
                <a:effectLst/>
                <a:uFillTx/>
                <a:latin typeface="Arial"/>
              </a:rPr>
              <a:t>calls </a:t>
            </a:r>
            <a:r>
              <a:rPr lang="en-US" sz="2000" b="0" u="none" strike="noStrike">
                <a:solidFill>
                  <a:srgbClr val="000000"/>
                </a:solidFill>
                <a:effectLst/>
                <a:uFillTx/>
                <a:latin typeface="Arial"/>
              </a:rPr>
              <a:t>parking_c</a:t>
            </a:r>
            <a:r>
              <a:rPr lang="en-US" sz="2000" b="0" u="none" strike="noStrike">
                <a:solidFill>
                  <a:srgbClr val="000000"/>
                </a:solidFill>
                <a:effectLst/>
                <a:uFillTx/>
                <a:latin typeface="Arial"/>
              </a:rPr>
              <a:t>harge_ce</a:t>
            </a:r>
            <a:r>
              <a:rPr lang="en-US" sz="2000" b="0" u="none" strike="noStrike">
                <a:solidFill>
                  <a:srgbClr val="000000"/>
                </a:solidFill>
                <a:effectLst/>
                <a:uFillTx/>
                <a:latin typeface="Arial"/>
              </a:rPr>
              <a:t>nts with </a:t>
            </a:r>
            <a:r>
              <a:rPr lang="en-US" sz="2000" b="0" u="none" strike="noStrike">
                <a:solidFill>
                  <a:srgbClr val="000000"/>
                </a:solidFill>
                <a:effectLst/>
                <a:uFillTx/>
                <a:latin typeface="Arial"/>
              </a:rPr>
              <a:t>60 </a:t>
            </a:r>
            <a:r>
              <a:rPr lang="en-US" sz="2000" b="0" u="none" strike="noStrike">
                <a:solidFill>
                  <a:srgbClr val="000000"/>
                </a:solidFill>
                <a:effectLst/>
                <a:uFillTx/>
                <a:latin typeface="Arial"/>
              </a:rPr>
              <a:t>minutes </a:t>
            </a:r>
            <a:r>
              <a:rPr lang="en-US" sz="2000" b="0" u="none" strike="noStrike">
                <a:solidFill>
                  <a:srgbClr val="000000"/>
                </a:solidFill>
                <a:effectLst/>
                <a:uFillTx/>
                <a:latin typeface="Arial"/>
              </a:rPr>
              <a:t>and </a:t>
            </a:r>
            <a:r>
              <a:rPr lang="en-US" sz="2000" b="0" u="none" strike="noStrike">
                <a:solidFill>
                  <a:srgbClr val="000000"/>
                </a:solidFill>
                <a:effectLst/>
                <a:uFillTx/>
                <a:latin typeface="Arial"/>
              </a:rPr>
              <a:t>compares </a:t>
            </a:r>
            <a:r>
              <a:rPr lang="en-US" sz="2000" b="0" u="none" strike="noStrike">
                <a:solidFill>
                  <a:srgbClr val="000000"/>
                </a:solidFill>
                <a:effectLst/>
                <a:uFillTx/>
                <a:latin typeface="Arial"/>
              </a:rPr>
              <a:t>the actual </a:t>
            </a:r>
            <a:r>
              <a:rPr lang="en-US" sz="2000" b="0" u="none" strike="noStrike">
                <a:solidFill>
                  <a:srgbClr val="000000"/>
                </a:solidFill>
                <a:effectLst/>
                <a:uFillTx/>
                <a:latin typeface="Arial"/>
              </a:rPr>
              <a:t>return </a:t>
            </a:r>
            <a:r>
              <a:rPr lang="en-US" sz="2000" b="0" u="none" strike="noStrike">
                <a:solidFill>
                  <a:srgbClr val="000000"/>
                </a:solidFill>
                <a:effectLst/>
                <a:uFillTx/>
                <a:latin typeface="Arial"/>
              </a:rPr>
              <a:t>value with </a:t>
            </a:r>
            <a:r>
              <a:rPr lang="en-US" sz="2000" b="0" u="none" strike="noStrike">
                <a:solidFill>
                  <a:srgbClr val="000000"/>
                </a:solidFill>
                <a:effectLst/>
                <a:uFillTx/>
                <a:latin typeface="Arial"/>
              </a:rPr>
              <a:t>500 using </a:t>
            </a:r>
            <a:r>
              <a:rPr lang="en-US" sz="2000" b="0" u="none" strike="noStrike">
                <a:solidFill>
                  <a:srgbClr val="000000"/>
                </a:solidFill>
                <a:effectLst/>
                <a:uFillTx/>
                <a:latin typeface="Arial"/>
              </a:rPr>
              <a:t>assert_int</a:t>
            </a:r>
            <a:r>
              <a:rPr lang="en-US" sz="2000" b="0" u="none" strike="noStrike">
                <a:solidFill>
                  <a:srgbClr val="000000"/>
                </a:solidFill>
                <a:effectLst/>
                <a:uFillTx/>
                <a:latin typeface="Arial"/>
              </a:rPr>
              <a:t>_equal. If </a:t>
            </a:r>
            <a:r>
              <a:rPr lang="en-US" sz="2000" b="0" u="none" strike="noStrike">
                <a:solidFill>
                  <a:srgbClr val="000000"/>
                </a:solidFill>
                <a:effectLst/>
                <a:uFillTx/>
                <a:latin typeface="Arial"/>
              </a:rPr>
              <a:t>they differ, </a:t>
            </a:r>
            <a:r>
              <a:rPr lang="en-US" sz="2000" b="0" u="none" strike="noStrike">
                <a:solidFill>
                  <a:srgbClr val="000000"/>
                </a:solidFill>
                <a:effectLst/>
                <a:uFillTx/>
                <a:latin typeface="Arial"/>
              </a:rPr>
              <a:t>cmocka </a:t>
            </a:r>
            <a:r>
              <a:rPr lang="en-US" sz="2000" b="0" u="none" strike="noStrike">
                <a:solidFill>
                  <a:srgbClr val="000000"/>
                </a:solidFill>
                <a:effectLst/>
                <a:uFillTx/>
                <a:latin typeface="Arial"/>
              </a:rPr>
              <a:t>records a </a:t>
            </a:r>
            <a:r>
              <a:rPr lang="en-US" sz="2000" b="0" u="none" strike="noStrike">
                <a:solidFill>
                  <a:srgbClr val="000000"/>
                </a:solidFill>
                <a:effectLst/>
                <a:uFillTx/>
                <a:latin typeface="Arial"/>
              </a:rPr>
              <a:t>failure </a:t>
            </a:r>
            <a:r>
              <a:rPr lang="en-US" sz="2000" b="0" u="none" strike="noStrike">
                <a:solidFill>
                  <a:srgbClr val="000000"/>
                </a:solidFill>
                <a:effectLst/>
                <a:uFillTx/>
                <a:latin typeface="Arial"/>
              </a:rPr>
              <a:t>and </a:t>
            </a:r>
            <a:r>
              <a:rPr lang="en-US" sz="2000" b="0" u="none" strike="noStrike">
                <a:solidFill>
                  <a:srgbClr val="000000"/>
                </a:solidFill>
                <a:effectLst/>
                <a:uFillTx/>
                <a:latin typeface="Arial"/>
              </a:rPr>
              <a:t>reports </a:t>
            </a:r>
            <a:r>
              <a:rPr lang="en-US" sz="2000" b="0" u="none" strike="noStrike">
                <a:solidFill>
                  <a:srgbClr val="000000"/>
                </a:solidFill>
                <a:effectLst/>
                <a:uFillTx/>
                <a:latin typeface="Arial"/>
              </a:rPr>
              <a:t>where the </a:t>
            </a:r>
            <a:r>
              <a:rPr lang="en-US" sz="2000" b="0" u="none" strike="noStrike">
                <a:solidFill>
                  <a:srgbClr val="000000"/>
                </a:solidFill>
                <a:effectLst/>
                <a:uFillTx/>
                <a:latin typeface="Arial"/>
              </a:rPr>
              <a:t>assertion </a:t>
            </a:r>
            <a:r>
              <a:rPr lang="en-US" sz="2000" b="0" u="none" strike="noStrike">
                <a:solidFill>
                  <a:srgbClr val="000000"/>
                </a:solidFill>
                <a:effectLst/>
                <a:uFillTx/>
                <a:latin typeface="Arial"/>
              </a:rPr>
              <a:t>failed.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expected </a:t>
            </a:r>
            <a:r>
              <a:rPr lang="en-US" sz="2000" b="0" u="none" strike="noStrike">
                <a:solidFill>
                  <a:srgbClr val="000000"/>
                </a:solidFill>
                <a:effectLst/>
                <a:uFillTx/>
                <a:latin typeface="Arial"/>
              </a:rPr>
              <a:t>result is a </a:t>
            </a:r>
            <a:r>
              <a:rPr lang="en-US" sz="2000" b="0" u="none" strike="noStrike">
                <a:solidFill>
                  <a:srgbClr val="000000"/>
                </a:solidFill>
                <a:effectLst/>
                <a:uFillTx/>
                <a:latin typeface="Arial"/>
              </a:rPr>
              <a:t>literal </a:t>
            </a:r>
            <a:r>
              <a:rPr lang="en-US" sz="2000" b="0" u="none" strike="noStrike">
                <a:solidFill>
                  <a:srgbClr val="000000"/>
                </a:solidFill>
                <a:effectLst/>
                <a:uFillTx/>
                <a:latin typeface="Arial"/>
              </a:rPr>
              <a:t>value </a:t>
            </a:r>
            <a:r>
              <a:rPr lang="en-US" sz="2000" b="0" u="none" strike="noStrike">
                <a:solidFill>
                  <a:srgbClr val="000000"/>
                </a:solidFill>
                <a:effectLst/>
                <a:uFillTx/>
                <a:latin typeface="Arial"/>
              </a:rPr>
              <a:t>taken </a:t>
            </a:r>
            <a:r>
              <a:rPr lang="en-US" sz="2000" b="0" u="none" strike="noStrike">
                <a:solidFill>
                  <a:srgbClr val="000000"/>
                </a:solidFill>
                <a:effectLst/>
                <a:uFillTx/>
                <a:latin typeface="Arial"/>
              </a:rPr>
              <a:t>from the </a:t>
            </a:r>
            <a:r>
              <a:rPr lang="en-US" sz="2000" b="0" u="none" strike="noStrike">
                <a:solidFill>
                  <a:srgbClr val="000000"/>
                </a:solidFill>
                <a:effectLst/>
                <a:uFillTx/>
                <a:latin typeface="Arial"/>
              </a:rPr>
              <a:t>test plan. </a:t>
            </a:r>
            <a:r>
              <a:rPr lang="en-US" sz="2000" b="0" u="none" strike="noStrike">
                <a:solidFill>
                  <a:srgbClr val="000000"/>
                </a:solidFill>
                <a:effectLst/>
                <a:uFillTx/>
                <a:latin typeface="Arial"/>
              </a:rPr>
              <a:t>It does </a:t>
            </a:r>
            <a:r>
              <a:rPr lang="en-US" sz="2000" b="0" u="none" strike="noStrike">
                <a:solidFill>
                  <a:srgbClr val="000000"/>
                </a:solidFill>
                <a:effectLst/>
                <a:uFillTx/>
                <a:latin typeface="Arial"/>
              </a:rPr>
              <a:t>not </a:t>
            </a:r>
            <a:r>
              <a:rPr lang="en-US" sz="2000" b="0" u="none" strike="noStrike">
                <a:solidFill>
                  <a:srgbClr val="000000"/>
                </a:solidFill>
                <a:effectLst/>
                <a:uFillTx/>
                <a:latin typeface="Arial"/>
              </a:rPr>
              <a:t>recomput</a:t>
            </a:r>
            <a:r>
              <a:rPr lang="en-US" sz="2000" b="0" u="none" strike="noStrike">
                <a:solidFill>
                  <a:srgbClr val="000000"/>
                </a:solidFill>
                <a:effectLst/>
                <a:uFillTx/>
                <a:latin typeface="Arial"/>
              </a:rPr>
              <a:t>e the </a:t>
            </a:r>
            <a:r>
              <a:rPr lang="en-US" sz="2000" b="0" u="none" strike="noStrike">
                <a:solidFill>
                  <a:srgbClr val="000000"/>
                </a:solidFill>
                <a:effectLst/>
                <a:uFillTx/>
                <a:latin typeface="Arial"/>
              </a:rPr>
              <a:t>productio</a:t>
            </a:r>
            <a:r>
              <a:rPr lang="en-US" sz="2000" b="0" u="none" strike="noStrike">
                <a:solidFill>
                  <a:srgbClr val="000000"/>
                </a:solidFill>
                <a:effectLst/>
                <a:uFillTx/>
                <a:latin typeface="Arial"/>
              </a:rPr>
              <a:t>n formula. </a:t>
            </a:r>
            <a:r>
              <a:rPr lang="en-US" sz="2000" b="0" u="none" strike="noStrike">
                <a:solidFill>
                  <a:srgbClr val="000000"/>
                </a:solidFill>
                <a:effectLst/>
                <a:uFillTx/>
                <a:latin typeface="Arial"/>
              </a:rPr>
              <a:t>The other </a:t>
            </a:r>
            <a:r>
              <a:rPr lang="en-US" sz="2000" b="0" u="none" strike="noStrike">
                <a:solidFill>
                  <a:srgbClr val="000000"/>
                </a:solidFill>
                <a:effectLst/>
                <a:uFillTx/>
                <a:latin typeface="Arial"/>
              </a:rPr>
              <a:t>eleven </a:t>
            </a:r>
            <a:r>
              <a:rPr lang="en-US" sz="2000" b="0" u="none" strike="noStrike">
                <a:solidFill>
                  <a:srgbClr val="000000"/>
                </a:solidFill>
                <a:effectLst/>
                <a:uFillTx/>
                <a:latin typeface="Arial"/>
              </a:rPr>
              <a:t>test </a:t>
            </a:r>
            <a:r>
              <a:rPr lang="en-US" sz="2000" b="0" u="none" strike="noStrike">
                <a:solidFill>
                  <a:srgbClr val="000000"/>
                </a:solidFill>
                <a:effectLst/>
                <a:uFillTx/>
                <a:latin typeface="Arial"/>
              </a:rPr>
              <a:t>functions </a:t>
            </a:r>
            <a:r>
              <a:rPr lang="en-US" sz="2000" b="0" u="none" strike="noStrike">
                <a:solidFill>
                  <a:srgbClr val="000000"/>
                </a:solidFill>
                <a:effectLst/>
                <a:uFillTx/>
                <a:latin typeface="Arial"/>
              </a:rPr>
              <a:t>use the </a:t>
            </a:r>
            <a:r>
              <a:rPr lang="en-US" sz="2000" b="0" u="none" strike="noStrike">
                <a:solidFill>
                  <a:srgbClr val="000000"/>
                </a:solidFill>
                <a:effectLst/>
                <a:uFillTx/>
                <a:latin typeface="Arial"/>
              </a:rPr>
              <a:t>same </a:t>
            </a:r>
            <a:r>
              <a:rPr lang="en-US" sz="2000" b="0" u="none" strike="noStrike">
                <a:solidFill>
                  <a:srgbClr val="000000"/>
                </a:solidFill>
                <a:effectLst/>
                <a:uFillTx/>
                <a:latin typeface="Arial"/>
              </a:rPr>
              <a:t>structure </a:t>
            </a:r>
            <a:r>
              <a:rPr lang="en-US" sz="2000" b="0" u="none" strike="noStrike">
                <a:solidFill>
                  <a:srgbClr val="000000"/>
                </a:solidFill>
                <a:effectLst/>
                <a:uFillTx/>
                <a:latin typeface="Arial"/>
              </a:rPr>
              <a:t>with </a:t>
            </a:r>
            <a:r>
              <a:rPr lang="en-US" sz="2000" b="0" u="none" strike="noStrike">
                <a:solidFill>
                  <a:srgbClr val="000000"/>
                </a:solidFill>
                <a:effectLst/>
                <a:uFillTx/>
                <a:latin typeface="Arial"/>
              </a:rPr>
              <a:t>different </a:t>
            </a:r>
            <a:r>
              <a:rPr lang="en-US" sz="2000" b="0" u="none" strike="noStrike">
                <a:solidFill>
                  <a:srgbClr val="000000"/>
                </a:solidFill>
                <a:effectLst/>
                <a:uFillTx/>
                <a:latin typeface="Arial"/>
              </a:rPr>
              <a:t>inputs and </a:t>
            </a:r>
            <a:r>
              <a:rPr lang="en-US" sz="2000" b="0" u="none" strike="noStrike">
                <a:solidFill>
                  <a:srgbClr val="000000"/>
                </a:solidFill>
                <a:effectLst/>
                <a:uFillTx/>
                <a:latin typeface="Arial"/>
              </a:rPr>
              <a:t>expected </a:t>
            </a:r>
            <a:r>
              <a:rPr lang="en-US" sz="2000" b="0" u="none" strike="noStrike">
                <a:solidFill>
                  <a:srgbClr val="000000"/>
                </a:solidFill>
                <a:effectLst/>
                <a:uFillTx/>
                <a:latin typeface="Arial"/>
              </a:rPr>
              <a:t>values. </a:t>
            </a:r>
            <a:r>
              <a:rPr lang="en-US" sz="2000" b="0" u="none" strike="noStrike">
                <a:solidFill>
                  <a:srgbClr val="000000"/>
                </a:solidFill>
                <a:effectLst/>
                <a:uFillTx/>
                <a:latin typeface="Arial"/>
              </a:rPr>
              <a:t>We </a:t>
            </a:r>
            <a:r>
              <a:rPr lang="en-US" sz="2000" b="0" u="none" strike="noStrike">
                <a:solidFill>
                  <a:srgbClr val="000000"/>
                </a:solidFill>
                <a:effectLst/>
                <a:uFillTx/>
                <a:latin typeface="Arial"/>
              </a:rPr>
              <a:t>register all </a:t>
            </a:r>
            <a:r>
              <a:rPr lang="en-US" sz="2000" b="0" u="none" strike="noStrike">
                <a:solidFill>
                  <a:srgbClr val="000000"/>
                </a:solidFill>
                <a:effectLst/>
                <a:uFillTx/>
                <a:latin typeface="Arial"/>
              </a:rPr>
              <a:t>twelve </a:t>
            </a:r>
            <a:r>
              <a:rPr lang="en-US" sz="2000" b="0" u="none" strike="noStrike">
                <a:solidFill>
                  <a:srgbClr val="000000"/>
                </a:solidFill>
                <a:effectLst/>
                <a:uFillTx/>
                <a:latin typeface="Arial"/>
              </a:rPr>
              <a:t>with </a:t>
            </a:r>
            <a:r>
              <a:rPr lang="en-US" sz="2000" b="0" u="none" strike="noStrike">
                <a:solidFill>
                  <a:srgbClr val="000000"/>
                </a:solidFill>
                <a:effectLst/>
                <a:uFillTx/>
                <a:latin typeface="Arial"/>
              </a:rPr>
              <a:t>cmocka_u</a:t>
            </a:r>
            <a:r>
              <a:rPr lang="en-US" sz="2000" b="0" u="none" strike="noStrike">
                <a:solidFill>
                  <a:srgbClr val="000000"/>
                </a:solidFill>
                <a:effectLst/>
                <a:uFillTx/>
                <a:latin typeface="Arial"/>
              </a:rPr>
              <a:t>nit_test </a:t>
            </a:r>
            <a:r>
              <a:rPr lang="en-US" sz="2000" b="0" u="none" strike="noStrike">
                <a:solidFill>
                  <a:srgbClr val="000000"/>
                </a:solidFill>
                <a:effectLst/>
                <a:uFillTx/>
                <a:latin typeface="Arial"/>
              </a:rPr>
              <a:t>and </a:t>
            </a:r>
            <a:r>
              <a:rPr lang="en-US" sz="2000" b="0" u="none" strike="noStrike">
                <a:solidFill>
                  <a:srgbClr val="000000"/>
                </a:solidFill>
                <a:effectLst/>
                <a:uFillTx/>
                <a:latin typeface="Arial"/>
              </a:rPr>
              <a:t>execute </a:t>
            </a:r>
            <a:r>
              <a:rPr lang="en-US" sz="2000" b="0" u="none" strike="noStrike">
                <a:solidFill>
                  <a:srgbClr val="000000"/>
                </a:solidFill>
                <a:effectLst/>
                <a:uFillTx/>
                <a:latin typeface="Arial"/>
              </a:rPr>
              <a:t>the array </a:t>
            </a:r>
            <a:r>
              <a:rPr lang="en-US" sz="2000" b="0" u="none" strike="noStrike">
                <a:solidFill>
                  <a:srgbClr val="000000"/>
                </a:solidFill>
                <a:effectLst/>
                <a:uFillTx/>
                <a:latin typeface="Arial"/>
              </a:rPr>
              <a:t>with </a:t>
            </a:r>
            <a:r>
              <a:rPr lang="en-US" sz="2000" b="0" u="none" strike="noStrike">
                <a:solidFill>
                  <a:srgbClr val="000000"/>
                </a:solidFill>
                <a:effectLst/>
                <a:uFillTx/>
                <a:latin typeface="Arial"/>
              </a:rPr>
              <a:t>cmocka_r</a:t>
            </a:r>
            <a:r>
              <a:rPr lang="en-US" sz="2000" b="0" u="none" strike="noStrike">
                <a:solidFill>
                  <a:srgbClr val="000000"/>
                </a:solidFill>
                <a:effectLst/>
                <a:uFillTx/>
                <a:latin typeface="Arial"/>
              </a:rPr>
              <a:t>un_group</a:t>
            </a:r>
            <a:r>
              <a:rPr lang="en-US" sz="2000" b="0" u="none" strike="noStrike">
                <a:solidFill>
                  <a:srgbClr val="000000"/>
                </a:solidFill>
                <a:effectLst/>
                <a:uFillTx/>
                <a:latin typeface="Arial"/>
              </a:rPr>
              <a:t>_tests.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runner's </a:t>
            </a:r>
            <a:r>
              <a:rPr lang="en-US" sz="2000" b="0" u="none" strike="noStrike">
                <a:solidFill>
                  <a:srgbClr val="000000"/>
                </a:solidFill>
                <a:effectLst/>
                <a:uFillTx/>
                <a:latin typeface="Arial"/>
              </a:rPr>
              <a:t>result </a:t>
            </a:r>
            <a:r>
              <a:rPr lang="en-US" sz="2000" b="0" u="none" strike="noStrike">
                <a:solidFill>
                  <a:srgbClr val="000000"/>
                </a:solidFill>
                <a:effectLst/>
                <a:uFillTx/>
                <a:latin typeface="Arial"/>
              </a:rPr>
              <a:t>becomes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program's </a:t>
            </a:r>
            <a:r>
              <a:rPr lang="en-US" sz="2000" b="0" u="none" strike="noStrike">
                <a:solidFill>
                  <a:srgbClr val="000000"/>
                </a:solidFill>
                <a:effectLst/>
                <a:uFillTx/>
                <a:latin typeface="Arial"/>
              </a:rPr>
              <a:t>exit </a:t>
            </a:r>
            <a:r>
              <a:rPr lang="en-US" sz="2000" b="0" u="none" strike="noStrike">
                <a:solidFill>
                  <a:srgbClr val="000000"/>
                </a:solidFill>
                <a:effectLst/>
                <a:uFillTx/>
                <a:latin typeface="Arial"/>
              </a:rPr>
              <a:t>status.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Sources: </a:t>
            </a:r>
            <a:r>
              <a:rPr lang="en-US" sz="2000" b="0" u="none" strike="noStrike">
                <a:solidFill>
                  <a:srgbClr val="000000"/>
                </a:solidFill>
                <a:effectLst/>
                <a:uFillTx/>
                <a:latin typeface="Arial"/>
              </a:rPr>
              <a:t>cmocka </a:t>
            </a:r>
            <a:r>
              <a:rPr lang="en-US" sz="2000" b="0" u="none" strike="noStrike">
                <a:solidFill>
                  <a:srgbClr val="000000"/>
                </a:solidFill>
                <a:effectLst/>
                <a:uFillTx/>
                <a:latin typeface="Arial"/>
              </a:rPr>
              <a:t>Running </a:t>
            </a:r>
            <a:r>
              <a:rPr lang="en-US" sz="2000" b="0" u="none" strike="noStrike">
                <a:solidFill>
                  <a:srgbClr val="000000"/>
                </a:solidFill>
                <a:effectLst/>
                <a:uFillTx/>
                <a:latin typeface="Arial"/>
              </a:rPr>
              <a:t>Tests, </a:t>
            </a:r>
            <a:r>
              <a:rPr lang="en-US" sz="2000" b="0" u="none" strike="noStrike">
                <a:solidFill>
                  <a:srgbClr val="000000"/>
                </a:solidFill>
                <a:effectLst/>
                <a:uFillTx/>
                <a:latin typeface="Arial"/>
              </a:rPr>
              <a:t>https://api.</a:t>
            </a:r>
            <a:r>
              <a:rPr lang="en-US" sz="2000" b="0" u="none" strike="noStrike">
                <a:solidFill>
                  <a:srgbClr val="000000"/>
                </a:solidFill>
                <a:effectLst/>
                <a:uFillTx/>
                <a:latin typeface="Arial"/>
              </a:rPr>
              <a:t>cmocka.or</a:t>
            </a:r>
            <a:r>
              <a:rPr lang="en-US" sz="2000" b="0" u="none" strike="noStrike">
                <a:solidFill>
                  <a:srgbClr val="000000"/>
                </a:solidFill>
                <a:effectLst/>
                <a:uFillTx/>
                <a:latin typeface="Arial"/>
              </a:rPr>
              <a:t>g/group__</a:t>
            </a:r>
            <a:r>
              <a:rPr lang="en-US" sz="2000" b="0" u="none" strike="noStrike">
                <a:solidFill>
                  <a:srgbClr val="000000"/>
                </a:solidFill>
                <a:effectLst/>
                <a:uFillTx/>
                <a:latin typeface="Arial"/>
              </a:rPr>
              <a:t>cmocka__</a:t>
            </a:r>
            <a:r>
              <a:rPr lang="en-US" sz="2000" b="0" u="none" strike="noStrike">
                <a:solidFill>
                  <a:srgbClr val="000000"/>
                </a:solidFill>
                <a:effectLst/>
                <a:uFillTx/>
                <a:latin typeface="Arial"/>
              </a:rPr>
              <a:t>exec.html </a:t>
            </a:r>
            <a:r>
              <a:rPr lang="en-US" sz="2000" b="0" u="none" strike="noStrike">
                <a:solidFill>
                  <a:srgbClr val="000000"/>
                </a:solidFill>
                <a:effectLst/>
                <a:uFillTx/>
                <a:latin typeface="Arial"/>
              </a:rPr>
              <a:t>; cmocka </a:t>
            </a:r>
            <a:r>
              <a:rPr lang="en-US" sz="2000" b="0" u="none" strike="noStrike">
                <a:solidFill>
                  <a:srgbClr val="000000"/>
                </a:solidFill>
                <a:effectLst/>
                <a:uFillTx/>
                <a:latin typeface="Arial"/>
              </a:rPr>
              <a:t>Assert </a:t>
            </a:r>
            <a:r>
              <a:rPr lang="en-US" sz="2000" b="0" u="none" strike="noStrike">
                <a:solidFill>
                  <a:srgbClr val="000000"/>
                </a:solidFill>
                <a:effectLst/>
                <a:uFillTx/>
                <a:latin typeface="Arial"/>
              </a:rPr>
              <a:t>Macros, </a:t>
            </a:r>
            <a:r>
              <a:rPr lang="en-US" sz="2000" b="0" u="none" strike="noStrike">
                <a:solidFill>
                  <a:srgbClr val="000000"/>
                </a:solidFill>
                <a:effectLst/>
                <a:uFillTx/>
                <a:latin typeface="Arial"/>
              </a:rPr>
              <a:t>https://api.</a:t>
            </a:r>
            <a:r>
              <a:rPr lang="en-US" sz="2000" b="0" u="none" strike="noStrike">
                <a:solidFill>
                  <a:srgbClr val="000000"/>
                </a:solidFill>
                <a:effectLst/>
                <a:uFillTx/>
                <a:latin typeface="Arial"/>
              </a:rPr>
              <a:t>cmocka.or</a:t>
            </a:r>
            <a:r>
              <a:rPr lang="en-US" sz="2000" b="0" u="none" strike="noStrike">
                <a:solidFill>
                  <a:srgbClr val="000000"/>
                </a:solidFill>
                <a:effectLst/>
                <a:uFillTx/>
                <a:latin typeface="Arial"/>
              </a:rPr>
              <a:t>g/group__</a:t>
            </a:r>
            <a:r>
              <a:rPr lang="en-US" sz="2000" b="0" u="none" strike="noStrike">
                <a:solidFill>
                  <a:srgbClr val="000000"/>
                </a:solidFill>
                <a:effectLst/>
                <a:uFillTx/>
                <a:latin typeface="Arial"/>
              </a:rPr>
              <a:t>cmocka__</a:t>
            </a:r>
            <a:r>
              <a:rPr lang="en-US" sz="2000" b="0" u="none" strike="noStrike">
                <a:solidFill>
                  <a:srgbClr val="000000"/>
                </a:solidFill>
                <a:effectLst/>
                <a:uFillTx/>
                <a:latin typeface="Arial"/>
              </a:rPr>
              <a:t>asserts.ht</a:t>
            </a:r>
            <a:r>
              <a:rPr lang="en-US" sz="2000" b="0" u="none" strike="noStrike">
                <a:solidFill>
                  <a:srgbClr val="000000"/>
                </a:solidFill>
                <a:effectLst/>
                <a:uFillTx/>
                <a:latin typeface="Arial"/>
              </a:rPr>
              <a:t>ml</a:t>
            </a:r>
            <a:endParaRPr lang="en-US" sz="2000" b="0" u="none" strike="noStrike">
              <a:solidFill>
                <a:srgbClr val="000000"/>
              </a:solidFill>
              <a:effectLst/>
              <a:uFillTx/>
              <a:latin typeface="Arial"/>
            </a:endParaRPr>
          </a:p>
        </p:txBody>
      </p:sp>
      <p:sp>
        <p:nvSpPr>
          <p:cNvPr id="87" name="PlaceHolder 3"/>
          <p:cNvSpPr>
            <a:spLocks noGrp="1"/>
          </p:cNvSpPr>
          <p:nvPr>
            <p:ph type="sldNum" idx="2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sldImg"/>
          </p:nvPr>
        </p:nvSpPr>
        <p:spPr>
          <a:xfrm>
            <a:off x="0" y="0"/>
            <a:ext cx="0" cy="0"/>
          </a:xfrm>
          <a:prstGeom prst="rect">
            <a:avLst/>
          </a:prstGeom>
          <a:ln w="0">
            <a:noFill/>
          </a:ln>
        </p:spPr>
      </p:sp>
      <p:sp>
        <p:nvSpPr>
          <p:cNvPr id="8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CMake </a:t>
            </a:r>
            <a:r>
              <a:rPr lang="en-US" sz="2000" b="0" u="none" strike="noStrike">
                <a:solidFill>
                  <a:srgbClr val="000000"/>
                </a:solidFill>
                <a:effectLst/>
                <a:uFillTx/>
                <a:latin typeface="Arial"/>
              </a:rPr>
              <a:t>configures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project, </a:t>
            </a:r>
            <a:r>
              <a:rPr lang="en-US" sz="2000" b="0" u="none" strike="noStrike">
                <a:solidFill>
                  <a:srgbClr val="000000"/>
                </a:solidFill>
                <a:effectLst/>
                <a:uFillTx/>
                <a:latin typeface="Arial"/>
              </a:rPr>
              <a:t>and GCC </a:t>
            </a:r>
            <a:r>
              <a:rPr lang="en-US" sz="2000" b="0" u="none" strike="noStrike">
                <a:solidFill>
                  <a:srgbClr val="000000"/>
                </a:solidFill>
                <a:effectLst/>
                <a:uFillTx/>
                <a:latin typeface="Arial"/>
              </a:rPr>
              <a:t>compiles </a:t>
            </a:r>
            <a:r>
              <a:rPr lang="en-US" sz="2000" b="0" u="none" strike="noStrike">
                <a:solidFill>
                  <a:srgbClr val="000000"/>
                </a:solidFill>
                <a:effectLst/>
                <a:uFillTx/>
                <a:latin typeface="Arial"/>
              </a:rPr>
              <a:t>the C </a:t>
            </a:r>
            <a:r>
              <a:rPr lang="en-US" sz="2000" b="0" u="none" strike="noStrike">
                <a:solidFill>
                  <a:srgbClr val="000000"/>
                </a:solidFill>
                <a:effectLst/>
                <a:uFillTx/>
                <a:latin typeface="Arial"/>
              </a:rPr>
              <a:t>code. </a:t>
            </a:r>
            <a:r>
              <a:rPr lang="en-US" sz="2000" b="0" u="none" strike="noStrike">
                <a:solidFill>
                  <a:srgbClr val="000000"/>
                </a:solidFill>
                <a:effectLst/>
                <a:uFillTx/>
                <a:latin typeface="Arial"/>
              </a:rPr>
              <a:t>cmocka </a:t>
            </a:r>
            <a:r>
              <a:rPr lang="en-US" sz="2000" b="0" u="none" strike="noStrike">
                <a:solidFill>
                  <a:srgbClr val="000000"/>
                </a:solidFill>
                <a:effectLst/>
                <a:uFillTx/>
                <a:latin typeface="Arial"/>
              </a:rPr>
              <a:t>provides </a:t>
            </a:r>
            <a:r>
              <a:rPr lang="en-US" sz="2000" b="0" u="none" strike="noStrike">
                <a:solidFill>
                  <a:srgbClr val="000000"/>
                </a:solidFill>
                <a:effectLst/>
                <a:uFillTx/>
                <a:latin typeface="Arial"/>
              </a:rPr>
              <a:t>the test </a:t>
            </a:r>
            <a:r>
              <a:rPr lang="en-US" sz="2000" b="0" u="none" strike="noStrike">
                <a:solidFill>
                  <a:srgbClr val="000000"/>
                </a:solidFill>
                <a:effectLst/>
                <a:uFillTx/>
                <a:latin typeface="Arial"/>
              </a:rPr>
              <a:t>framewor</a:t>
            </a:r>
            <a:r>
              <a:rPr lang="en-US" sz="2000" b="0" u="none" strike="noStrike">
                <a:solidFill>
                  <a:srgbClr val="000000"/>
                </a:solidFill>
                <a:effectLst/>
                <a:uFillTx/>
                <a:latin typeface="Arial"/>
              </a:rPr>
              <a:t>k. CTest </a:t>
            </a:r>
            <a:r>
              <a:rPr lang="en-US" sz="2000" b="0" u="none" strike="noStrike">
                <a:solidFill>
                  <a:srgbClr val="000000"/>
                </a:solidFill>
                <a:effectLst/>
                <a:uFillTx/>
                <a:latin typeface="Arial"/>
              </a:rPr>
              <a:t>launches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resulting </a:t>
            </a:r>
            <a:r>
              <a:rPr lang="en-US" sz="2000" b="0" u="none" strike="noStrike">
                <a:solidFill>
                  <a:srgbClr val="000000"/>
                </a:solidFill>
                <a:effectLst/>
                <a:uFillTx/>
                <a:latin typeface="Arial"/>
              </a:rPr>
              <a:t>test </a:t>
            </a:r>
            <a:r>
              <a:rPr lang="en-US" sz="2000" b="0" u="none" strike="noStrike">
                <a:solidFill>
                  <a:srgbClr val="000000"/>
                </a:solidFill>
                <a:effectLst/>
                <a:uFillTx/>
                <a:latin typeface="Arial"/>
              </a:rPr>
              <a:t>executabl</a:t>
            </a:r>
            <a:r>
              <a:rPr lang="en-US" sz="2000" b="0" u="none" strike="noStrike">
                <a:solidFill>
                  <a:srgbClr val="000000"/>
                </a:solidFill>
                <a:effectLst/>
                <a:uFillTx/>
                <a:latin typeface="Arial"/>
              </a:rPr>
              <a:t>e and </a:t>
            </a:r>
            <a:r>
              <a:rPr lang="en-US" sz="2000" b="0" u="none" strike="noStrike">
                <a:solidFill>
                  <a:srgbClr val="000000"/>
                </a:solidFill>
                <a:effectLst/>
                <a:uFillTx/>
                <a:latin typeface="Arial"/>
              </a:rPr>
              <a:t>checks </a:t>
            </a:r>
            <a:r>
              <a:rPr lang="en-US" sz="2000" b="0" u="none" strike="noStrike">
                <a:solidFill>
                  <a:srgbClr val="000000"/>
                </a:solidFill>
                <a:effectLst/>
                <a:uFillTx/>
                <a:latin typeface="Arial"/>
              </a:rPr>
              <a:t>whether it </a:t>
            </a:r>
            <a:r>
              <a:rPr lang="en-US" sz="2000" b="0" u="none" strike="noStrike">
                <a:solidFill>
                  <a:srgbClr val="000000"/>
                </a:solidFill>
                <a:effectLst/>
                <a:uFillTx/>
                <a:latin typeface="Arial"/>
              </a:rPr>
              <a:t>succeeds. </a:t>
            </a:r>
            <a:r>
              <a:rPr lang="en-US" sz="2000" b="0" u="none" strike="noStrike">
                <a:solidFill>
                  <a:srgbClr val="000000"/>
                </a:solidFill>
                <a:effectLst/>
                <a:uFillTx/>
                <a:latin typeface="Arial"/>
              </a:rPr>
              <a:t>From the </a:t>
            </a:r>
            <a:r>
              <a:rPr lang="en-US" sz="2000" b="0" u="none" strike="noStrike">
                <a:solidFill>
                  <a:srgbClr val="000000"/>
                </a:solidFill>
                <a:effectLst/>
                <a:uFillTx/>
                <a:latin typeface="Arial"/>
              </a:rPr>
              <a:t>project </a:t>
            </a:r>
            <a:r>
              <a:rPr lang="en-US" sz="2000" b="0" u="none" strike="noStrike">
                <a:solidFill>
                  <a:srgbClr val="000000"/>
                </a:solidFill>
                <a:effectLst/>
                <a:uFillTx/>
                <a:latin typeface="Arial"/>
              </a:rPr>
              <a:t>folder, the </a:t>
            </a:r>
            <a:r>
              <a:rPr lang="en-US" sz="2000" b="0" u="none" strike="noStrike">
                <a:solidFill>
                  <a:srgbClr val="000000"/>
                </a:solidFill>
                <a:effectLst/>
                <a:uFillTx/>
                <a:latin typeface="Arial"/>
              </a:rPr>
              <a:t>first </a:t>
            </a:r>
            <a:r>
              <a:rPr lang="en-US" sz="2000" b="0" u="none" strike="noStrike">
                <a:solidFill>
                  <a:srgbClr val="000000"/>
                </a:solidFill>
                <a:effectLst/>
                <a:uFillTx/>
                <a:latin typeface="Arial"/>
              </a:rPr>
              <a:t>command </a:t>
            </a:r>
            <a:r>
              <a:rPr lang="en-US" sz="2000" b="0" u="none" strike="noStrike">
                <a:solidFill>
                  <a:srgbClr val="000000"/>
                </a:solidFill>
                <a:effectLst/>
                <a:uFillTx/>
                <a:latin typeface="Arial"/>
              </a:rPr>
              <a:t>configures </a:t>
            </a:r>
            <a:r>
              <a:rPr lang="en-US" sz="2000" b="0" u="none" strike="noStrike">
                <a:solidFill>
                  <a:srgbClr val="000000"/>
                </a:solidFill>
                <a:effectLst/>
                <a:uFillTx/>
                <a:latin typeface="Arial"/>
              </a:rPr>
              <a:t>a Ninja </a:t>
            </a:r>
            <a:r>
              <a:rPr lang="en-US" sz="2000" b="0" u="none" strike="noStrike">
                <a:solidFill>
                  <a:srgbClr val="000000"/>
                </a:solidFill>
                <a:effectLst/>
                <a:uFillTx/>
                <a:latin typeface="Arial"/>
              </a:rPr>
              <a:t>build. The </a:t>
            </a:r>
            <a:r>
              <a:rPr lang="en-US" sz="2000" b="0" u="none" strike="noStrike">
                <a:solidFill>
                  <a:srgbClr val="000000"/>
                </a:solidFill>
                <a:effectLst/>
                <a:uFillTx/>
                <a:latin typeface="Arial"/>
              </a:rPr>
              <a:t>second </a:t>
            </a:r>
            <a:r>
              <a:rPr lang="en-US" sz="2000" b="0" u="none" strike="noStrike">
                <a:solidFill>
                  <a:srgbClr val="000000"/>
                </a:solidFill>
                <a:effectLst/>
                <a:uFillTx/>
                <a:latin typeface="Arial"/>
              </a:rPr>
              <a:t>builds it. </a:t>
            </a:r>
            <a:r>
              <a:rPr lang="en-US" sz="2000" b="0" u="none" strike="noStrike">
                <a:solidFill>
                  <a:srgbClr val="000000"/>
                </a:solidFill>
                <a:effectLst/>
                <a:uFillTx/>
                <a:latin typeface="Arial"/>
              </a:rPr>
              <a:t>The third </a:t>
            </a:r>
            <a:r>
              <a:rPr lang="en-US" sz="2000" b="0" u="none" strike="noStrike">
                <a:solidFill>
                  <a:srgbClr val="000000"/>
                </a:solidFill>
                <a:effectLst/>
                <a:uFillTx/>
                <a:latin typeface="Arial"/>
              </a:rPr>
              <a:t>runs </a:t>
            </a:r>
            <a:r>
              <a:rPr lang="en-US" sz="2000" b="0" u="none" strike="noStrike">
                <a:solidFill>
                  <a:srgbClr val="000000"/>
                </a:solidFill>
                <a:effectLst/>
                <a:uFillTx/>
                <a:latin typeface="Arial"/>
              </a:rPr>
              <a:t>CTest in </a:t>
            </a:r>
            <a:r>
              <a:rPr lang="en-US" sz="2000" b="0" u="none" strike="noStrike">
                <a:solidFill>
                  <a:srgbClr val="000000"/>
                </a:solidFill>
                <a:effectLst/>
                <a:uFillTx/>
                <a:latin typeface="Arial"/>
              </a:rPr>
              <a:t>verbose </a:t>
            </a:r>
            <a:r>
              <a:rPr lang="en-US" sz="2000" b="0" u="none" strike="noStrike">
                <a:solidFill>
                  <a:srgbClr val="000000"/>
                </a:solidFill>
                <a:effectLst/>
                <a:uFillTx/>
                <a:latin typeface="Arial"/>
              </a:rPr>
              <a:t>mode so </a:t>
            </a:r>
            <a:r>
              <a:rPr lang="en-US" sz="2000" b="0" u="none" strike="noStrike">
                <a:solidFill>
                  <a:srgbClr val="000000"/>
                </a:solidFill>
                <a:effectLst/>
                <a:uFillTx/>
                <a:latin typeface="Arial"/>
              </a:rPr>
              <a:t>we can </a:t>
            </a:r>
            <a:r>
              <a:rPr lang="en-US" sz="2000" b="0" u="none" strike="noStrike">
                <a:solidFill>
                  <a:srgbClr val="000000"/>
                </a:solidFill>
                <a:effectLst/>
                <a:uFillTx/>
                <a:latin typeface="Arial"/>
              </a:rPr>
              <a:t>see </a:t>
            </a:r>
            <a:r>
              <a:rPr lang="en-US" sz="2000" b="0" u="none" strike="noStrike">
                <a:solidFill>
                  <a:srgbClr val="000000"/>
                </a:solidFill>
                <a:effectLst/>
                <a:uFillTx/>
                <a:latin typeface="Arial"/>
              </a:rPr>
              <a:t>individual </a:t>
            </a:r>
            <a:r>
              <a:rPr lang="en-US" sz="2000" b="0" u="none" strike="noStrike">
                <a:solidFill>
                  <a:srgbClr val="000000"/>
                </a:solidFill>
                <a:effectLst/>
                <a:uFillTx/>
                <a:latin typeface="Arial"/>
              </a:rPr>
              <a:t>cmocka </a:t>
            </a:r>
            <a:r>
              <a:rPr lang="en-US" sz="2000" b="0" u="none" strike="noStrike">
                <a:solidFill>
                  <a:srgbClr val="000000"/>
                </a:solidFill>
                <a:effectLst/>
                <a:uFillTx/>
                <a:latin typeface="Arial"/>
              </a:rPr>
              <a:t>results </a:t>
            </a:r>
            <a:r>
              <a:rPr lang="en-US" sz="2000" b="0" u="none" strike="noStrike">
                <a:solidFill>
                  <a:srgbClr val="000000"/>
                </a:solidFill>
                <a:effectLst/>
                <a:uFillTx/>
                <a:latin typeface="Arial"/>
              </a:rPr>
              <a:t>even </a:t>
            </a:r>
            <a:r>
              <a:rPr lang="en-US" sz="2000" b="0" u="none" strike="noStrike">
                <a:solidFill>
                  <a:srgbClr val="000000"/>
                </a:solidFill>
                <a:effectLst/>
                <a:uFillTx/>
                <a:latin typeface="Arial"/>
              </a:rPr>
              <a:t>when they </a:t>
            </a:r>
            <a:r>
              <a:rPr lang="en-US" sz="2000" b="0" u="none" strike="noStrike">
                <a:solidFill>
                  <a:srgbClr val="000000"/>
                </a:solidFill>
                <a:effectLst/>
                <a:uFillTx/>
                <a:latin typeface="Arial"/>
              </a:rPr>
              <a:t>pass. </a:t>
            </a:r>
            <a:r>
              <a:rPr lang="en-US" sz="2000" b="0" u="none" strike="noStrike">
                <a:solidFill>
                  <a:srgbClr val="000000"/>
                </a:solidFill>
                <a:effectLst/>
                <a:uFillTx/>
                <a:latin typeface="Arial"/>
              </a:rPr>
              <a:t>CTest has </a:t>
            </a:r>
            <a:r>
              <a:rPr lang="en-US" sz="2000" b="0" u="none" strike="noStrike">
                <a:solidFill>
                  <a:srgbClr val="000000"/>
                </a:solidFill>
                <a:effectLst/>
                <a:uFillTx/>
                <a:latin typeface="Arial"/>
              </a:rPr>
              <a:t>one </a:t>
            </a:r>
            <a:r>
              <a:rPr lang="en-US" sz="2000" b="0" u="none" strike="noStrike">
                <a:solidFill>
                  <a:srgbClr val="000000"/>
                </a:solidFill>
                <a:effectLst/>
                <a:uFillTx/>
                <a:latin typeface="Arial"/>
              </a:rPr>
              <a:t>registered </a:t>
            </a:r>
            <a:r>
              <a:rPr lang="en-US" sz="2000" b="0" u="none" strike="noStrike">
                <a:solidFill>
                  <a:srgbClr val="000000"/>
                </a:solidFill>
                <a:effectLst/>
                <a:uFillTx/>
                <a:latin typeface="Arial"/>
              </a:rPr>
              <a:t>test </a:t>
            </a:r>
            <a:r>
              <a:rPr lang="en-US" sz="2000" b="0" u="none" strike="noStrike">
                <a:solidFill>
                  <a:srgbClr val="000000"/>
                </a:solidFill>
                <a:effectLst/>
                <a:uFillTx/>
                <a:latin typeface="Arial"/>
              </a:rPr>
              <a:t>named </a:t>
            </a:r>
            <a:r>
              <a:rPr lang="en-US" sz="2000" b="0" u="none" strike="noStrike">
                <a:solidFill>
                  <a:srgbClr val="000000"/>
                </a:solidFill>
                <a:effectLst/>
                <a:uFillTx/>
                <a:latin typeface="Arial"/>
              </a:rPr>
              <a:t>parking_s</a:t>
            </a:r>
            <a:r>
              <a:rPr lang="en-US" sz="2000" b="0" u="none" strike="noStrike">
                <a:solidFill>
                  <a:srgbClr val="000000"/>
                </a:solidFill>
                <a:effectLst/>
                <a:uFillTx/>
                <a:latin typeface="Arial"/>
              </a:rPr>
              <a:t>pecificatio</a:t>
            </a:r>
            <a:r>
              <a:rPr lang="en-US" sz="2000" b="0" u="none" strike="noStrike">
                <a:solidFill>
                  <a:srgbClr val="000000"/>
                </a:solidFill>
                <a:effectLst/>
                <a:uFillTx/>
                <a:latin typeface="Arial"/>
              </a:rPr>
              <a:t>n. Inside </a:t>
            </a:r>
            <a:r>
              <a:rPr lang="en-US" sz="2000" b="0" u="none" strike="noStrike">
                <a:solidFill>
                  <a:srgbClr val="000000"/>
                </a:solidFill>
                <a:effectLst/>
                <a:uFillTx/>
                <a:latin typeface="Arial"/>
              </a:rPr>
              <a:t>that </a:t>
            </a:r>
            <a:r>
              <a:rPr lang="en-US" sz="2000" b="0" u="none" strike="noStrike">
                <a:solidFill>
                  <a:srgbClr val="000000"/>
                </a:solidFill>
                <a:effectLst/>
                <a:uFillTx/>
                <a:latin typeface="Arial"/>
              </a:rPr>
              <a:t>executabl</a:t>
            </a:r>
            <a:r>
              <a:rPr lang="en-US" sz="2000" b="0" u="none" strike="noStrike">
                <a:solidFill>
                  <a:srgbClr val="000000"/>
                </a:solidFill>
                <a:effectLst/>
                <a:uFillTx/>
                <a:latin typeface="Arial"/>
              </a:rPr>
              <a:t>e, cmocka </a:t>
            </a:r>
            <a:r>
              <a:rPr lang="en-US" sz="2000" b="0" u="none" strike="noStrike">
                <a:solidFill>
                  <a:srgbClr val="000000"/>
                </a:solidFill>
                <a:effectLst/>
                <a:uFillTx/>
                <a:latin typeface="Arial"/>
              </a:rPr>
              <a:t>runs </a:t>
            </a:r>
            <a:r>
              <a:rPr lang="en-US" sz="2000" b="0" u="none" strike="noStrike">
                <a:solidFill>
                  <a:srgbClr val="000000"/>
                </a:solidFill>
                <a:effectLst/>
                <a:uFillTx/>
                <a:latin typeface="Arial"/>
              </a:rPr>
              <a:t>twelve </a:t>
            </a:r>
            <a:r>
              <a:rPr lang="en-US" sz="2000" b="0" u="none" strike="noStrike">
                <a:solidFill>
                  <a:srgbClr val="000000"/>
                </a:solidFill>
                <a:effectLst/>
                <a:uFillTx/>
                <a:latin typeface="Arial"/>
              </a:rPr>
              <a:t>cases, so </a:t>
            </a:r>
            <a:r>
              <a:rPr lang="en-US" sz="2000" b="0" u="none" strike="noStrike">
                <a:solidFill>
                  <a:srgbClr val="000000"/>
                </a:solidFill>
                <a:effectLst/>
                <a:uFillTx/>
                <a:latin typeface="Arial"/>
              </a:rPr>
              <a:t>one out of </a:t>
            </a:r>
            <a:r>
              <a:rPr lang="en-US" sz="2000" b="0" u="none" strike="noStrike">
                <a:solidFill>
                  <a:srgbClr val="000000"/>
                </a:solidFill>
                <a:effectLst/>
                <a:uFillTx/>
                <a:latin typeface="Arial"/>
              </a:rPr>
              <a:t>one in the </a:t>
            </a:r>
            <a:r>
              <a:rPr lang="en-US" sz="2000" b="0" u="none" strike="noStrike">
                <a:solidFill>
                  <a:srgbClr val="000000"/>
                </a:solidFill>
                <a:effectLst/>
                <a:uFillTx/>
                <a:latin typeface="Arial"/>
              </a:rPr>
              <a:t>CTest </a:t>
            </a:r>
            <a:r>
              <a:rPr lang="en-US" sz="2000" b="0" u="none" strike="noStrike">
                <a:solidFill>
                  <a:srgbClr val="000000"/>
                </a:solidFill>
                <a:effectLst/>
                <a:uFillTx/>
                <a:latin typeface="Arial"/>
              </a:rPr>
              <a:t>summary </a:t>
            </a:r>
            <a:r>
              <a:rPr lang="en-US" sz="2000" b="0" u="none" strike="noStrike">
                <a:solidFill>
                  <a:srgbClr val="000000"/>
                </a:solidFill>
                <a:effectLst/>
                <a:uFillTx/>
                <a:latin typeface="Arial"/>
              </a:rPr>
              <a:t>and </a:t>
            </a:r>
            <a:r>
              <a:rPr lang="en-US" sz="2000" b="0" u="none" strike="noStrike">
                <a:solidFill>
                  <a:srgbClr val="000000"/>
                </a:solidFill>
                <a:effectLst/>
                <a:uFillTx/>
                <a:latin typeface="Arial"/>
              </a:rPr>
              <a:t>twelve </a:t>
            </a:r>
            <a:r>
              <a:rPr lang="en-US" sz="2000" b="0" u="none" strike="noStrike">
                <a:solidFill>
                  <a:srgbClr val="000000"/>
                </a:solidFill>
                <a:effectLst/>
                <a:uFillTx/>
                <a:latin typeface="Arial"/>
              </a:rPr>
              <a:t>passed in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cmocka </a:t>
            </a:r>
            <a:r>
              <a:rPr lang="en-US" sz="2000" b="0" u="none" strike="noStrike">
                <a:solidFill>
                  <a:srgbClr val="000000"/>
                </a:solidFill>
                <a:effectLst/>
                <a:uFillTx/>
                <a:latin typeface="Arial"/>
              </a:rPr>
              <a:t>output </a:t>
            </a:r>
            <a:r>
              <a:rPr lang="en-US" sz="2000" b="0" u="none" strike="noStrike">
                <a:solidFill>
                  <a:srgbClr val="000000"/>
                </a:solidFill>
                <a:effectLst/>
                <a:uFillTx/>
                <a:latin typeface="Arial"/>
              </a:rPr>
              <a:t>describe </a:t>
            </a:r>
            <a:r>
              <a:rPr lang="en-US" sz="2000" b="0" u="none" strike="noStrike">
                <a:solidFill>
                  <a:srgbClr val="000000"/>
                </a:solidFill>
                <a:effectLst/>
                <a:uFillTx/>
                <a:latin typeface="Arial"/>
              </a:rPr>
              <a:t>different </a:t>
            </a:r>
            <a:r>
              <a:rPr lang="en-US" sz="2000" b="0" u="none" strike="noStrike">
                <a:solidFill>
                  <a:srgbClr val="000000"/>
                </a:solidFill>
                <a:effectLst/>
                <a:uFillTx/>
                <a:latin typeface="Arial"/>
              </a:rPr>
              <a:t>levels of </a:t>
            </a:r>
            <a:r>
              <a:rPr lang="en-US" sz="2000" b="0" u="none" strike="noStrike">
                <a:solidFill>
                  <a:srgbClr val="000000"/>
                </a:solidFill>
                <a:effectLst/>
                <a:uFillTx/>
                <a:latin typeface="Arial"/>
              </a:rPr>
              <a:t>the same </a:t>
            </a:r>
            <a:r>
              <a:rPr lang="en-US" sz="2000" b="0" u="none" strike="noStrike">
                <a:solidFill>
                  <a:srgbClr val="000000"/>
                </a:solidFill>
                <a:effectLst/>
                <a:uFillTx/>
                <a:latin typeface="Arial"/>
              </a:rPr>
              <a:t>run. No </a:t>
            </a:r>
            <a:r>
              <a:rPr lang="en-US" sz="2000" b="0" u="none" strike="noStrike">
                <a:solidFill>
                  <a:srgbClr val="000000"/>
                </a:solidFill>
                <a:effectLst/>
                <a:uFillTx/>
                <a:latin typeface="Arial"/>
              </a:rPr>
              <a:t>tests are </a:t>
            </a:r>
            <a:r>
              <a:rPr lang="en-US" sz="2000" b="0" u="none" strike="noStrike">
                <a:solidFill>
                  <a:srgbClr val="000000"/>
                </a:solidFill>
                <a:effectLst/>
                <a:uFillTx/>
                <a:latin typeface="Arial"/>
              </a:rPr>
              <a:t>missing. </a:t>
            </a:r>
            <a:r>
              <a:rPr lang="en-US" sz="2000" b="0" u="none" strike="noStrike">
                <a:solidFill>
                  <a:srgbClr val="000000"/>
                </a:solidFill>
                <a:effectLst/>
                <a:uFillTx/>
                <a:latin typeface="Arial"/>
              </a:rPr>
              <a:t>To </a:t>
            </a:r>
            <a:r>
              <a:rPr lang="en-US" sz="2000" b="0" u="none" strike="noStrike">
                <a:solidFill>
                  <a:srgbClr val="000000"/>
                </a:solidFill>
                <a:effectLst/>
                <a:uFillTx/>
                <a:latin typeface="Arial"/>
              </a:rPr>
              <a:t>demonstr</a:t>
            </a:r>
            <a:r>
              <a:rPr lang="en-US" sz="2000" b="0" u="none" strike="noStrike">
                <a:solidFill>
                  <a:srgbClr val="000000"/>
                </a:solidFill>
                <a:effectLst/>
                <a:uFillTx/>
                <a:latin typeface="Arial"/>
              </a:rPr>
              <a:t>ate the </a:t>
            </a:r>
            <a:r>
              <a:rPr lang="en-US" sz="2000" b="0" u="none" strike="noStrike">
                <a:solidFill>
                  <a:srgbClr val="000000"/>
                </a:solidFill>
                <a:effectLst/>
                <a:uFillTx/>
                <a:latin typeface="Arial"/>
              </a:rPr>
              <a:t>bug, I can </a:t>
            </a:r>
            <a:r>
              <a:rPr lang="en-US" sz="2000" b="0" u="none" strike="noStrike">
                <a:solidFill>
                  <a:srgbClr val="000000"/>
                </a:solidFill>
                <a:effectLst/>
                <a:uFillTx/>
                <a:latin typeface="Arial"/>
              </a:rPr>
              <a:t>configure </a:t>
            </a:r>
            <a:r>
              <a:rPr lang="en-US" sz="2000" b="0" u="none" strike="noStrike">
                <a:solidFill>
                  <a:srgbClr val="000000"/>
                </a:solidFill>
                <a:effectLst/>
                <a:uFillTx/>
                <a:latin typeface="Arial"/>
              </a:rPr>
              <a:t>the same </a:t>
            </a:r>
            <a:r>
              <a:rPr lang="en-US" sz="2000" b="0" u="none" strike="noStrike">
                <a:solidFill>
                  <a:srgbClr val="000000"/>
                </a:solidFill>
                <a:effectLst/>
                <a:uFillTx/>
                <a:latin typeface="Arial"/>
              </a:rPr>
              <a:t>build </a:t>
            </a:r>
            <a:r>
              <a:rPr lang="en-US" sz="2000" b="0" u="none" strike="noStrike">
                <a:solidFill>
                  <a:srgbClr val="000000"/>
                </a:solidFill>
                <a:effectLst/>
                <a:uFillTx/>
                <a:latin typeface="Arial"/>
              </a:rPr>
              <a:t>directory </a:t>
            </a:r>
            <a:r>
              <a:rPr lang="en-US" sz="2000" b="0" u="none" strike="noStrike">
                <a:solidFill>
                  <a:srgbClr val="000000"/>
                </a:solidFill>
                <a:effectLst/>
                <a:uFillTx/>
                <a:latin typeface="Arial"/>
              </a:rPr>
              <a:t>with </a:t>
            </a:r>
            <a:r>
              <a:rPr lang="en-US" sz="2000" b="0" u="none" strike="noStrike">
                <a:solidFill>
                  <a:srgbClr val="000000"/>
                </a:solidFill>
                <a:effectLst/>
                <a:uFillTx/>
                <a:latin typeface="Arial"/>
              </a:rPr>
              <a:t>DEMO_B</a:t>
            </a:r>
            <a:r>
              <a:rPr lang="en-US" sz="2000" b="0" u="none" strike="noStrike">
                <a:solidFill>
                  <a:srgbClr val="000000"/>
                </a:solidFill>
                <a:effectLst/>
                <a:uFillTx/>
                <a:latin typeface="Arial"/>
              </a:rPr>
              <a:t>UG set to </a:t>
            </a:r>
            <a:r>
              <a:rPr lang="en-US" sz="2000" b="0" u="none" strike="noStrike">
                <a:solidFill>
                  <a:srgbClr val="000000"/>
                </a:solidFill>
                <a:effectLst/>
                <a:uFillTx/>
                <a:latin typeface="Arial"/>
              </a:rPr>
              <a:t>ON, </a:t>
            </a:r>
            <a:r>
              <a:rPr lang="en-US" sz="2000" b="0" u="none" strike="noStrike">
                <a:solidFill>
                  <a:srgbClr val="000000"/>
                </a:solidFill>
                <a:effectLst/>
                <a:uFillTx/>
                <a:latin typeface="Arial"/>
              </a:rPr>
              <a:t>rebuild, </a:t>
            </a:r>
            <a:r>
              <a:rPr lang="en-US" sz="2000" b="0" u="none" strike="noStrike">
                <a:solidFill>
                  <a:srgbClr val="000000"/>
                </a:solidFill>
                <a:effectLst/>
                <a:uFillTx/>
                <a:latin typeface="Arial"/>
              </a:rPr>
              <a:t>and run </a:t>
            </a:r>
            <a:r>
              <a:rPr lang="en-US" sz="2000" b="0" u="none" strike="noStrike">
                <a:solidFill>
                  <a:srgbClr val="000000"/>
                </a:solidFill>
                <a:effectLst/>
                <a:uFillTx/>
                <a:latin typeface="Arial"/>
              </a:rPr>
              <a:t>CTest </a:t>
            </a:r>
            <a:r>
              <a:rPr lang="en-US" sz="2000" b="0" u="none" strike="noStrike">
                <a:solidFill>
                  <a:srgbClr val="000000"/>
                </a:solidFill>
                <a:effectLst/>
                <a:uFillTx/>
                <a:latin typeface="Arial"/>
              </a:rPr>
              <a:t>again.</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t>
            </a:r>
            <a:r>
              <a:rPr lang="en-US" sz="2000" b="0" u="none" strike="noStrike">
                <a:solidFill>
                  <a:srgbClr val="000000"/>
                </a:solidFill>
                <a:effectLst/>
                <a:uFillTx/>
                <a:latin typeface="Arial"/>
              </a:rPr>
              <a:t>CMake, </a:t>
            </a:r>
            <a:r>
              <a:rPr lang="en-US" sz="2000" b="0" u="none" strike="noStrike">
                <a:solidFill>
                  <a:srgbClr val="000000"/>
                </a:solidFill>
                <a:effectLst/>
                <a:uFillTx/>
                <a:latin typeface="Arial"/>
              </a:rPr>
              <a:t>ctest </a:t>
            </a:r>
            <a:r>
              <a:rPr lang="en-US" sz="2000" b="0" u="none" strike="noStrike">
                <a:solidFill>
                  <a:srgbClr val="000000"/>
                </a:solidFill>
                <a:effectLst/>
                <a:uFillTx/>
                <a:latin typeface="Arial"/>
              </a:rPr>
              <a:t>manual, </a:t>
            </a:r>
            <a:r>
              <a:rPr lang="en-US" sz="2000" b="0" u="none" strike="noStrike">
                <a:solidFill>
                  <a:srgbClr val="000000"/>
                </a:solidFill>
                <a:effectLst/>
                <a:uFillTx/>
                <a:latin typeface="Arial"/>
              </a:rPr>
              <a:t>verbose </a:t>
            </a:r>
            <a:r>
              <a:rPr lang="en-US" sz="2000" b="0" u="none" strike="noStrike">
                <a:solidFill>
                  <a:srgbClr val="000000"/>
                </a:solidFill>
                <a:effectLst/>
                <a:uFillTx/>
                <a:latin typeface="Arial"/>
              </a:rPr>
              <a:t>output. </a:t>
            </a:r>
            <a:r>
              <a:rPr lang="en-US" sz="2000" b="0" u="none" strike="noStrike">
                <a:solidFill>
                  <a:srgbClr val="000000"/>
                </a:solidFill>
                <a:effectLst/>
                <a:uFillTx/>
                <a:latin typeface="Arial"/>
              </a:rPr>
              <a:t>https://cm</a:t>
            </a:r>
            <a:r>
              <a:rPr lang="en-US" sz="2000" b="0" u="none" strike="noStrike">
                <a:solidFill>
                  <a:srgbClr val="000000"/>
                </a:solidFill>
                <a:effectLst/>
                <a:uFillTx/>
                <a:latin typeface="Arial"/>
              </a:rPr>
              <a:t>ake.org/c</a:t>
            </a:r>
            <a:r>
              <a:rPr lang="en-US" sz="2000" b="0" u="none" strike="noStrike">
                <a:solidFill>
                  <a:srgbClr val="000000"/>
                </a:solidFill>
                <a:effectLst/>
                <a:uFillTx/>
                <a:latin typeface="Arial"/>
              </a:rPr>
              <a:t>make/help</a:t>
            </a:r>
            <a:r>
              <a:rPr lang="en-US" sz="2000" b="0" u="none" strike="noStrike">
                <a:solidFill>
                  <a:srgbClr val="000000"/>
                </a:solidFill>
                <a:effectLst/>
                <a:uFillTx/>
                <a:latin typeface="Arial"/>
              </a:rPr>
              <a:t>/latest/ma</a:t>
            </a:r>
            <a:r>
              <a:rPr lang="en-US" sz="2000" b="0" u="none" strike="noStrike">
                <a:solidFill>
                  <a:srgbClr val="000000"/>
                </a:solidFill>
                <a:effectLst/>
                <a:uFillTx/>
                <a:latin typeface="Arial"/>
              </a:rPr>
              <a:t>nual/ctest.</a:t>
            </a:r>
            <a:r>
              <a:rPr lang="en-US" sz="2000" b="0" u="none" strike="noStrike">
                <a:solidFill>
                  <a:srgbClr val="000000"/>
                </a:solidFill>
                <a:effectLst/>
                <a:uFillTx/>
                <a:latin typeface="Arial"/>
              </a:rPr>
              <a:t>1.html</a:t>
            </a:r>
            <a:endParaRPr lang="en-US" sz="2000" b="0" u="none" strike="noStrike">
              <a:solidFill>
                <a:srgbClr val="000000"/>
              </a:solidFill>
              <a:effectLst/>
              <a:uFillTx/>
              <a:latin typeface="Arial"/>
            </a:endParaRPr>
          </a:p>
        </p:txBody>
      </p:sp>
      <p:sp>
        <p:nvSpPr>
          <p:cNvPr id="90" name="PlaceHolder 3"/>
          <p:cNvSpPr>
            <a:spLocks noGrp="1"/>
          </p:cNvSpPr>
          <p:nvPr>
            <p:ph type="sldNum" idx="2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sldImg"/>
          </p:nvPr>
        </p:nvSpPr>
        <p:spPr>
          <a:xfrm>
            <a:off x="0" y="0"/>
            <a:ext cx="0" cy="0"/>
          </a:xfrm>
          <a:prstGeom prst="rect">
            <a:avLst/>
          </a:prstGeom>
          <a:ln w="0">
            <a:noFill/>
          </a:ln>
        </p:spPr>
      </p:sp>
      <p:sp>
        <p:nvSpPr>
          <p:cNvPr id="9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For the demonstration, the buggy version divides minutes directly by 60. It skips subtracting one. At exactly 60 minutes, that produces one additional hour and returns 700 cents, even though the specification requires 500. Exactly 120 minutes produces 900 instead of 700. Exactly 1,440 produces 5,300 instead of 5,100. The same twelve tests now produce nine passes and three failures. Ordinary values like 30 and 61 still pass, which shows why we need boundary cases. The correction is to subtract one before the division. After selecting the corrected source and rebuilding, all twelve pass. The production and buggy files differ in this calculation, while the assertions stay unchanged. That keeps the demonstration focused on the defect.</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Demonstration commands and actual output are included in the accompanying project. The results are from running this code, not a coverage estimate.</a:t>
            </a:r>
            <a:endParaRPr lang="en-US" sz="2000" b="0" u="none" strike="noStrike">
              <a:solidFill>
                <a:srgbClr val="000000"/>
              </a:solidFill>
              <a:effectLst/>
              <a:uFillTx/>
              <a:latin typeface="Arial"/>
            </a:endParaRPr>
          </a:p>
        </p:txBody>
      </p:sp>
      <p:sp>
        <p:nvSpPr>
          <p:cNvPr id="93" name="PlaceHolder 3"/>
          <p:cNvSpPr>
            <a:spLocks noGrp="1"/>
          </p:cNvSpPr>
          <p:nvPr>
            <p:ph type="sldNum" idx="2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ldImg"/>
          </p:nvPr>
        </p:nvSpPr>
        <p:spPr>
          <a:xfrm>
            <a:off x="0" y="0"/>
            <a:ext cx="0" cy="0"/>
          </a:xfrm>
          <a:prstGeom prst="rect">
            <a:avLst/>
          </a:prstGeom>
          <a:ln w="0">
            <a:noFill/>
          </a:ln>
        </p:spPr>
      </p:sp>
      <p:sp>
        <p:nvSpPr>
          <p:cNvPr id="9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corrected calculation passes all twelve selected test cases. The deliberately buggy calculation fails the three exact-hour cases at 60, 120, and 1,440 minutes. We selected those inputs from the specification before looking at the faulty line. These results support that the implementation matches the requirements for the inputs we checked. They do not prove that the entire program is defect-free, and they do not establish structural coverage. We also depend on the requirements and expected values being correct. The main lesson is to define the required behavior clearly, choose representative and boundary inputs, and let automated assertions compare actual behavior with those expectations.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Evidence: accompanying results/fixed-test-run.txt and results/buggy-test-run.txt. Verified with GCC 13.3.0 and cmocka 1.1.8 on Linux.</a:t>
            </a:r>
            <a:endParaRPr lang="en-US" sz="2000" b="0" u="none" strike="noStrike">
              <a:solidFill>
                <a:srgbClr val="000000"/>
              </a:solidFill>
              <a:effectLst/>
              <a:uFillTx/>
              <a:latin typeface="Arial"/>
            </a:endParaRPr>
          </a:p>
        </p:txBody>
      </p:sp>
      <p:sp>
        <p:nvSpPr>
          <p:cNvPr id="96" name="PlaceHolder 3"/>
          <p:cNvSpPr>
            <a:spLocks noGrp="1"/>
          </p:cNvSpPr>
          <p:nvPr>
            <p:ph type="sldNum" idx="2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sldImg"/>
          </p:nvPr>
        </p:nvSpPr>
        <p:spPr>
          <a:xfrm>
            <a:off x="0" y="0"/>
            <a:ext cx="0" cy="0"/>
          </a:xfrm>
          <a:prstGeom prst="rect">
            <a:avLst/>
          </a:prstGeom>
          <a:ln w="0">
            <a:noFill/>
          </a:ln>
        </p:spPr>
      </p:sp>
      <p:sp>
        <p:nvSpPr>
          <p:cNvPr id="9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reuse statement on this slide is preserved from the supplied course template. Review it before recording and submitting the lesson.</a:t>
            </a:r>
            <a:endParaRPr lang="en-US" sz="2000" b="0" u="none" strike="noStrike">
              <a:solidFill>
                <a:srgbClr val="000000"/>
              </a:solidFill>
              <a:effectLst/>
              <a:uFillTx/>
              <a:latin typeface="Arial"/>
            </a:endParaRPr>
          </a:p>
        </p:txBody>
      </p:sp>
      <p:sp>
        <p:nvSpPr>
          <p:cNvPr id="99" name="PlaceHolder 3"/>
          <p:cNvSpPr>
            <a:spLocks noGrp="1"/>
          </p:cNvSpPr>
          <p:nvPr>
            <p:ph type="sldNum" idx="2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p:bg>
      <p:bgPr>
        <a:solidFill>
          <a:schemeClr val="lt1"/>
        </a:solidFill>
      </p:bgPr>
    </p:bg>
    <p:spTree>
      <p:nvGrpSpPr>
        <p:cNvPr id="1" name=""/>
        <p:cNvGrpSpPr/>
        <p:nvPr/>
      </p:nvGrpSpPr>
      <p:grpSpPr>
        <a:xfrm>
          <a:off x="0" y="0"/>
          <a:ext cx="0" cy="0"/>
          <a:chOff x="0" y="0"/>
          <a:chExt cx="0" cy="0"/>
        </a:xfrm>
      </p:grpSpPr>
      <p:pic>
        <p:nvPicPr>
          <p:cNvPr id="2" name="Google Shape;6;p12"/>
          <p:cNvPicPr/>
          <p:nvPr/>
        </p:nvPicPr>
        <p:blipFill>
          <a:blip r:embed="rId2"/>
          <a:stretch/>
        </p:blipFill>
        <p:spPr>
          <a:xfrm>
            <a:off x="9897480" y="200520"/>
            <a:ext cx="2208960" cy="551880"/>
          </a:xfrm>
          <a:prstGeom prst="rect">
            <a:avLst/>
          </a:prstGeom>
          <a:noFill/>
          <a:ln w="0">
            <a:noFill/>
          </a:ln>
        </p:spPr>
      </p:pic>
      <p:sp>
        <p:nvSpPr>
          <p:cNvPr id="3" name="PlaceHolder 1"/>
          <p:cNvSpPr>
            <a:spLocks noGrp="1"/>
          </p:cNvSpPr>
          <p:nvPr>
            <p:ph type="title"/>
          </p:nvPr>
        </p:nvSpPr>
        <p:spPr>
          <a:xfrm>
            <a:off x="513000" y="673560"/>
            <a:ext cx="11165760" cy="508680"/>
          </a:xfrm>
          <a:prstGeom prst="rect">
            <a:avLst/>
          </a:prstGeom>
          <a:noFill/>
          <a:ln w="0">
            <a:noFill/>
          </a:ln>
        </p:spPr>
        <p:txBody>
          <a:bodyPr lIns="0" tIns="0" rIns="0" bIns="0" anchor="t">
            <a:spAutoFit/>
          </a:bodyPr>
          <a:lstStyle>
            <a:lvl1pPr indent="0" algn="l">
              <a:lnSpc>
                <a:spcPct val="100000"/>
              </a:lnSpc>
              <a:buNone/>
              <a:defRPr lang="en-US" sz="3340" b="1" u="none" strike="noStrike">
                <a:solidFill>
                  <a:srgbClr val="013566"/>
                </a:solidFill>
                <a:effectLst/>
                <a:uFillTx/>
                <a:latin typeface="Arial"/>
                <a:ea typeface="Arial"/>
              </a:defRPr>
            </a:lvl1pPr>
          </a:lstStyle>
          <a:p>
            <a:pPr indent="0" algn="l">
              <a:lnSpc>
                <a:spcPct val="100000"/>
              </a:lnSpc>
              <a:buNone/>
            </a:pPr>
            <a:r>
              <a:rPr lang="en-US" sz="3340" b="1" u="none" strike="noStrike">
                <a:solidFill>
                  <a:srgbClr val="013566"/>
                </a:solidFill>
                <a:effectLst/>
                <a:uFillTx/>
                <a:latin typeface="Arial"/>
                <a:ea typeface="Arial"/>
              </a:rPr>
              <a:t>Click to edit </a:t>
            </a:r>
            <a:r>
              <a:rPr lang="en-US" sz="3340" b="1" u="none" strike="noStrike">
                <a:solidFill>
                  <a:srgbClr val="013566"/>
                </a:solidFill>
                <a:effectLst/>
                <a:uFillTx/>
                <a:latin typeface="Arial"/>
                <a:ea typeface="Arial"/>
              </a:rPr>
              <a:t>Master title style</a:t>
            </a:r>
            <a:endParaRPr lang="en-US" sz="3340" b="1" u="none" strike="noStrike">
              <a:solidFill>
                <a:srgbClr val="013566"/>
              </a:solidFill>
              <a:effectLst/>
              <a:uFillTx/>
              <a:latin typeface="Arial"/>
            </a:endParaRPr>
          </a:p>
        </p:txBody>
      </p:sp>
      <p:sp>
        <p:nvSpPr>
          <p:cNvPr id="4" name="PlaceHolder 2"/>
          <p:cNvSpPr>
            <a:spLocks noGrp="1"/>
          </p:cNvSpPr>
          <p:nvPr>
            <p:ph type="ftr" idx="1"/>
          </p:nvPr>
        </p:nvSpPr>
        <p:spPr>
          <a:xfrm>
            <a:off x="4145400" y="6378120"/>
            <a:ext cx="3900960" cy="213480"/>
          </a:xfrm>
          <a:prstGeom prst="rect">
            <a:avLst/>
          </a:prstGeom>
          <a:noFill/>
          <a:ln w="0">
            <a:noFill/>
          </a:ln>
        </p:spPr>
        <p:txBody>
          <a:bodyPr lIns="0" tIns="0" rIns="0" bIns="0" anchor="t">
            <a:sp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3"/>
          <p:cNvSpPr>
            <a:spLocks noGrp="1"/>
          </p:cNvSpPr>
          <p:nvPr>
            <p:ph type="dt" idx="2"/>
          </p:nvPr>
        </p:nvSpPr>
        <p:spPr>
          <a:xfrm>
            <a:off x="609480" y="6378120"/>
            <a:ext cx="2803680" cy="372240"/>
          </a:xfrm>
          <a:prstGeom prst="rect">
            <a:avLst/>
          </a:prstGeom>
          <a:noFill/>
          <a:ln w="0">
            <a:noFill/>
          </a:ln>
        </p:spPr>
        <p:txBody>
          <a:bodyPr lIns="0" tIns="0" rIns="0" bIns="0" anchor="t">
            <a:spAutoFit/>
          </a:bodyPr>
          <a:lstStyle>
            <a:lvl1pPr indent="0" algn="l">
              <a:lnSpc>
                <a:spcPct val="100000"/>
              </a:lnSpc>
              <a:buNone/>
              <a:defRPr lang="en-US" sz="2400" b="0" u="none" strike="noStrike">
                <a:solidFill>
                  <a:srgbClr val="888888"/>
                </a:solidFill>
                <a:effectLst/>
                <a:uFillTx/>
                <a:latin typeface="Calibri"/>
                <a:ea typeface="Calibri"/>
              </a:defRPr>
            </a:lvl1pPr>
          </a:lstStyle>
          <a:p>
            <a:pPr indent="0" algn="l">
              <a:lnSpc>
                <a:spcPct val="100000"/>
              </a:lnSpc>
              <a:buNone/>
            </a:pPr>
            <a:r>
              <a:rPr lang="en-US" sz="2400" b="0" u="none" strike="noStrike">
                <a:solidFill>
                  <a:srgbClr val="888888"/>
                </a:solidFill>
                <a:effectLst/>
                <a:uFillTx/>
                <a:latin typeface="Calibri"/>
                <a:ea typeface="Calibri"/>
              </a:rPr>
              <a:t>&lt;date/time&gt;</a:t>
            </a:r>
            <a:endParaRPr lang="en-US" sz="2400" b="0" u="none" strike="noStrike">
              <a:solidFill>
                <a:srgbClr val="000000"/>
              </a:solidFill>
              <a:effectLst/>
              <a:uFillTx/>
              <a:latin typeface="Times New Roman"/>
            </a:endParaRPr>
          </a:p>
        </p:txBody>
      </p:sp>
      <p:sp>
        <p:nvSpPr>
          <p:cNvPr id="6" name="PlaceHolder 4"/>
          <p:cNvSpPr>
            <a:spLocks noGrp="1"/>
          </p:cNvSpPr>
          <p:nvPr>
            <p:ph type="sldNum" idx="3"/>
          </p:nvPr>
        </p:nvSpPr>
        <p:spPr>
          <a:xfrm>
            <a:off x="8778240" y="6378120"/>
            <a:ext cx="2803680" cy="366120"/>
          </a:xfrm>
          <a:prstGeom prst="rect">
            <a:avLst/>
          </a:prstGeom>
          <a:noFill/>
          <a:ln w="0">
            <a:noFill/>
          </a:ln>
        </p:spPr>
        <p:txBody>
          <a:bodyPr lIns="0" tIns="0" rIns="0" bIns="0" anchor="t">
            <a:spAutoFit/>
          </a:bodyPr>
          <a:lstStyle>
            <a:lvl1pPr indent="0" algn="r">
              <a:lnSpc>
                <a:spcPct val="100000"/>
              </a:lnSpc>
              <a:buNone/>
              <a:tabLst>
                <a:tab pos="0" algn="l"/>
              </a:tabLst>
              <a:defRPr lang="en-US" sz="2400" b="0" u="none" strike="noStrike">
                <a:solidFill>
                  <a:srgbClr val="888888"/>
                </a:solidFill>
                <a:effectLst/>
                <a:uFillTx/>
                <a:latin typeface="Calibri"/>
                <a:ea typeface="Calibri"/>
              </a:defRPr>
            </a:lvl1pPr>
          </a:lstStyle>
          <a:p>
            <a:pPr indent="0" algn="r">
              <a:lnSpc>
                <a:spcPct val="100000"/>
              </a:lnSpc>
              <a:buNone/>
              <a:tabLst>
                <a:tab pos="0" algn="l"/>
              </a:tabLst>
            </a:pPr>
            <a:fld id="{34C5167C-D4E4-4348-A339-03E0723FDFFB}" type="slidenum">
              <a:rPr lang="en-US" sz="2400" b="0" u="none" strike="noStrike">
                <a:solidFill>
                  <a:srgbClr val="888888"/>
                </a:solidFill>
                <a:effectLst/>
                <a:uFillTx/>
                <a:latin typeface="Calibri"/>
                <a:ea typeface="Calibri"/>
              </a:rPr>
              <a:t>&lt;number&gt;</a:t>
            </a:fld>
            <a:endParaRPr lang="en-US" sz="24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bg>
      <p:bgPr>
        <a:solidFill>
          <a:schemeClr val="lt1"/>
        </a:solidFill>
      </p:bgPr>
    </p:bg>
    <p:spTree>
      <p:nvGrpSpPr>
        <p:cNvPr id="1" name=""/>
        <p:cNvGrpSpPr/>
        <p:nvPr/>
      </p:nvGrpSpPr>
      <p:grpSpPr>
        <a:xfrm>
          <a:off x="0" y="0"/>
          <a:ext cx="0" cy="0"/>
          <a:chOff x="0" y="0"/>
          <a:chExt cx="0" cy="0"/>
        </a:xfrm>
      </p:grpSpPr>
      <p:pic>
        <p:nvPicPr>
          <p:cNvPr id="7" name="Google Shape;6;p12" hidden="1"/>
          <p:cNvPicPr/>
          <p:nvPr/>
        </p:nvPicPr>
        <p:blipFill>
          <a:blip r:embed="rId2"/>
          <a:stretch/>
        </p:blipFill>
        <p:spPr>
          <a:xfrm>
            <a:off x="9897480" y="200520"/>
            <a:ext cx="2208960" cy="551880"/>
          </a:xfrm>
          <a:prstGeom prst="rect">
            <a:avLst/>
          </a:prstGeom>
          <a:noFill/>
          <a:ln w="0">
            <a:noFill/>
          </a:ln>
        </p:spPr>
      </p:pic>
      <p:sp>
        <p:nvSpPr>
          <p:cNvPr id="8" name="PlaceHolder 1"/>
          <p:cNvSpPr>
            <a:spLocks noGrp="1"/>
          </p:cNvSpPr>
          <p:nvPr>
            <p:ph type="title"/>
          </p:nvPr>
        </p:nvSpPr>
        <p:spPr>
          <a:xfrm>
            <a:off x="513000" y="673560"/>
            <a:ext cx="11165760" cy="381240"/>
          </a:xfrm>
          <a:prstGeom prst="rect">
            <a:avLst/>
          </a:prstGeom>
          <a:noFill/>
          <a:ln w="0">
            <a:noFill/>
          </a:ln>
        </p:spPr>
        <p:txBody>
          <a:bodyPr lIns="0" tIns="0" rIns="0" bIns="0" anchor="t">
            <a:spAutoFit/>
          </a:bodyPr>
          <a:lstStyle>
            <a:lvl1pPr indent="0" algn="l">
              <a:lnSpc>
                <a:spcPct val="100000"/>
              </a:lnSpc>
              <a:buNone/>
              <a:defRPr lang="en-US" sz="2500" b="0" u="none" strike="noStrike">
                <a:solidFill>
                  <a:schemeClr val="dk1"/>
                </a:solidFill>
                <a:effectLst/>
                <a:uFillTx/>
                <a:latin typeface="Arial"/>
                <a:ea typeface="Arial"/>
              </a:defRPr>
            </a:lvl1pPr>
          </a:lstStyle>
          <a:p>
            <a:pPr indent="0" algn="l">
              <a:lnSpc>
                <a:spcPct val="100000"/>
              </a:lnSpc>
              <a:buNone/>
            </a:pPr>
            <a:r>
              <a:rPr lang="en-US" sz="2500" b="0" u="none" strike="noStrike">
                <a:solidFill>
                  <a:schemeClr val="dk1"/>
                </a:solidFill>
                <a:effectLst/>
                <a:uFillTx/>
                <a:latin typeface="Arial"/>
                <a:ea typeface="Arial"/>
              </a:rPr>
              <a:t>Click to edit Master title </a:t>
            </a:r>
            <a:r>
              <a:rPr lang="en-US" sz="2500" b="0" u="none" strike="noStrike">
                <a:solidFill>
                  <a:schemeClr val="dk1"/>
                </a:solidFill>
                <a:effectLst/>
                <a:uFillTx/>
                <a:latin typeface="Arial"/>
                <a:ea typeface="Arial"/>
              </a:rPr>
              <a:t>style</a:t>
            </a:r>
            <a:endParaRPr lang="en-US" sz="2500" b="0" u="none" strike="noStrike">
              <a:solidFill>
                <a:schemeClr val="dk1"/>
              </a:solidFill>
              <a:effectLst/>
              <a:uFillTx/>
              <a:latin typeface="Arial"/>
            </a:endParaRPr>
          </a:p>
        </p:txBody>
      </p:sp>
      <p:sp>
        <p:nvSpPr>
          <p:cNvPr id="9" name="PlaceHolder 2"/>
          <p:cNvSpPr>
            <a:spLocks noGrp="1"/>
          </p:cNvSpPr>
          <p:nvPr>
            <p:ph type="ftr" idx="4"/>
          </p:nvPr>
        </p:nvSpPr>
        <p:spPr>
          <a:xfrm>
            <a:off x="4145400" y="6378120"/>
            <a:ext cx="3900960" cy="213480"/>
          </a:xfrm>
          <a:prstGeom prst="rect">
            <a:avLst/>
          </a:prstGeom>
          <a:noFill/>
          <a:ln w="0">
            <a:noFill/>
          </a:ln>
        </p:spPr>
        <p:txBody>
          <a:bodyPr lIns="0" tIns="0" rIns="0" bIns="0" anchor="t">
            <a:sp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3"/>
          <p:cNvSpPr>
            <a:spLocks noGrp="1"/>
          </p:cNvSpPr>
          <p:nvPr>
            <p:ph type="dt" idx="5"/>
          </p:nvPr>
        </p:nvSpPr>
        <p:spPr>
          <a:xfrm>
            <a:off x="609480" y="6378120"/>
            <a:ext cx="2803680" cy="372240"/>
          </a:xfrm>
          <a:prstGeom prst="rect">
            <a:avLst/>
          </a:prstGeom>
          <a:noFill/>
          <a:ln w="0">
            <a:noFill/>
          </a:ln>
        </p:spPr>
        <p:txBody>
          <a:bodyPr lIns="0" tIns="0" rIns="0" bIns="0" anchor="t">
            <a:spAutoFit/>
          </a:bodyPr>
          <a:lstStyle>
            <a:lvl1pPr indent="0" algn="l">
              <a:lnSpc>
                <a:spcPct val="100000"/>
              </a:lnSpc>
              <a:buNone/>
              <a:defRPr lang="en-US" sz="2400" b="0" u="none" strike="noStrike">
                <a:solidFill>
                  <a:srgbClr val="888888"/>
                </a:solidFill>
                <a:effectLst/>
                <a:uFillTx/>
                <a:latin typeface="Calibri"/>
                <a:ea typeface="Calibri"/>
              </a:defRPr>
            </a:lvl1pPr>
          </a:lstStyle>
          <a:p>
            <a:pPr indent="0" algn="l">
              <a:lnSpc>
                <a:spcPct val="100000"/>
              </a:lnSpc>
              <a:buNone/>
            </a:pPr>
            <a:r>
              <a:rPr lang="en-US" sz="2400" b="0" u="none" strike="noStrike">
                <a:solidFill>
                  <a:srgbClr val="888888"/>
                </a:solidFill>
                <a:effectLst/>
                <a:uFillTx/>
                <a:latin typeface="Calibri"/>
                <a:ea typeface="Calibri"/>
              </a:rPr>
              <a:t>&lt;date/time&gt;</a:t>
            </a:r>
            <a:endParaRPr lang="en-US" sz="2400" b="0" u="none" strike="noStrike">
              <a:solidFill>
                <a:srgbClr val="000000"/>
              </a:solidFill>
              <a:effectLst/>
              <a:uFillTx/>
              <a:latin typeface="Times New Roman"/>
            </a:endParaRPr>
          </a:p>
        </p:txBody>
      </p:sp>
      <p:sp>
        <p:nvSpPr>
          <p:cNvPr id="11" name="PlaceHolder 4"/>
          <p:cNvSpPr>
            <a:spLocks noGrp="1"/>
          </p:cNvSpPr>
          <p:nvPr>
            <p:ph type="sldNum" idx="6"/>
          </p:nvPr>
        </p:nvSpPr>
        <p:spPr>
          <a:xfrm>
            <a:off x="8778240" y="6378120"/>
            <a:ext cx="2803680" cy="366120"/>
          </a:xfrm>
          <a:prstGeom prst="rect">
            <a:avLst/>
          </a:prstGeom>
          <a:noFill/>
          <a:ln w="0">
            <a:noFill/>
          </a:ln>
        </p:spPr>
        <p:txBody>
          <a:bodyPr lIns="0" tIns="0" rIns="0" bIns="0" anchor="t">
            <a:spAutoFit/>
          </a:bodyPr>
          <a:lstStyle>
            <a:lvl1pPr indent="0" algn="r">
              <a:lnSpc>
                <a:spcPct val="100000"/>
              </a:lnSpc>
              <a:buNone/>
              <a:tabLst>
                <a:tab pos="0" algn="l"/>
              </a:tabLst>
              <a:defRPr lang="en-US" sz="2400" b="0" u="none" strike="noStrike">
                <a:solidFill>
                  <a:srgbClr val="888888"/>
                </a:solidFill>
                <a:effectLst/>
                <a:uFillTx/>
                <a:latin typeface="Calibri"/>
                <a:ea typeface="Calibri"/>
              </a:defRPr>
            </a:lvl1pPr>
          </a:lstStyle>
          <a:p>
            <a:pPr indent="0" algn="r">
              <a:lnSpc>
                <a:spcPct val="100000"/>
              </a:lnSpc>
              <a:buNone/>
              <a:tabLst>
                <a:tab pos="0" algn="l"/>
              </a:tabLst>
            </a:pPr>
            <a:fld id="{503CEDBF-5084-42B5-946F-BC07BD3E4A4D}" type="slidenum">
              <a:rPr lang="en-US" sz="2400" b="0" u="none" strike="noStrike">
                <a:solidFill>
                  <a:srgbClr val="888888"/>
                </a:solidFill>
                <a:effectLst/>
                <a:uFillTx/>
                <a:latin typeface="Calibri"/>
                <a:ea typeface="Calibri"/>
              </a:rPr>
              <a:t>&lt;number&gt;</a:t>
            </a:fld>
            <a:endParaRPr lang="en-US" sz="24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pic>
        <p:nvPicPr>
          <p:cNvPr id="12" name="Google Shape;6;p12"/>
          <p:cNvPicPr/>
          <p:nvPr/>
        </p:nvPicPr>
        <p:blipFill>
          <a:blip r:embed="rId2"/>
          <a:stretch/>
        </p:blipFill>
        <p:spPr>
          <a:xfrm>
            <a:off x="9897480" y="200520"/>
            <a:ext cx="2208960" cy="551880"/>
          </a:xfrm>
          <a:prstGeom prst="rect">
            <a:avLst/>
          </a:prstGeom>
          <a:noFill/>
          <a:ln w="0">
            <a:noFill/>
          </a:ln>
        </p:spPr>
      </p:pic>
      <p:sp>
        <p:nvSpPr>
          <p:cNvPr id="13" name="PlaceHolder 1"/>
          <p:cNvSpPr>
            <a:spLocks noGrp="1"/>
          </p:cNvSpPr>
          <p:nvPr>
            <p:ph type="ftr" idx="7"/>
          </p:nvPr>
        </p:nvSpPr>
        <p:spPr>
          <a:xfrm>
            <a:off x="4145400" y="6378120"/>
            <a:ext cx="3900960" cy="213480"/>
          </a:xfrm>
          <a:prstGeom prst="rect">
            <a:avLst/>
          </a:prstGeom>
          <a:noFill/>
          <a:ln w="0">
            <a:noFill/>
          </a:ln>
        </p:spPr>
        <p:txBody>
          <a:bodyPr lIns="0" tIns="0" rIns="0" bIns="0" anchor="t">
            <a:sp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4" name="PlaceHolder 2"/>
          <p:cNvSpPr>
            <a:spLocks noGrp="1"/>
          </p:cNvSpPr>
          <p:nvPr>
            <p:ph type="dt" idx="8"/>
          </p:nvPr>
        </p:nvSpPr>
        <p:spPr>
          <a:xfrm>
            <a:off x="609480" y="6378120"/>
            <a:ext cx="2803680" cy="372240"/>
          </a:xfrm>
          <a:prstGeom prst="rect">
            <a:avLst/>
          </a:prstGeom>
          <a:noFill/>
          <a:ln w="0">
            <a:noFill/>
          </a:ln>
        </p:spPr>
        <p:txBody>
          <a:bodyPr lIns="0" tIns="0" rIns="0" bIns="0" anchor="t">
            <a:spAutoFit/>
          </a:bodyPr>
          <a:lstStyle>
            <a:lvl1pPr indent="0" algn="l">
              <a:lnSpc>
                <a:spcPct val="100000"/>
              </a:lnSpc>
              <a:buNone/>
              <a:defRPr lang="en-US" sz="2400" b="0" u="none" strike="noStrike">
                <a:solidFill>
                  <a:srgbClr val="888888"/>
                </a:solidFill>
                <a:effectLst/>
                <a:uFillTx/>
                <a:latin typeface="Calibri"/>
                <a:ea typeface="Calibri"/>
              </a:defRPr>
            </a:lvl1pPr>
          </a:lstStyle>
          <a:p>
            <a:pPr indent="0" algn="l">
              <a:lnSpc>
                <a:spcPct val="100000"/>
              </a:lnSpc>
              <a:buNone/>
            </a:pPr>
            <a:r>
              <a:rPr lang="en-US" sz="2400" b="0" u="none" strike="noStrike">
                <a:solidFill>
                  <a:srgbClr val="888888"/>
                </a:solidFill>
                <a:effectLst/>
                <a:uFillTx/>
                <a:latin typeface="Calibri"/>
                <a:ea typeface="Calibri"/>
              </a:rPr>
              <a:t>&lt;date/time&gt;</a:t>
            </a:r>
            <a:endParaRPr lang="en-US" sz="2400" b="0" u="none" strike="noStrike">
              <a:solidFill>
                <a:srgbClr val="000000"/>
              </a:solidFill>
              <a:effectLst/>
              <a:uFillTx/>
              <a:latin typeface="Times New Roman"/>
            </a:endParaRPr>
          </a:p>
        </p:txBody>
      </p:sp>
      <p:sp>
        <p:nvSpPr>
          <p:cNvPr id="15" name="PlaceHolder 3"/>
          <p:cNvSpPr>
            <a:spLocks noGrp="1"/>
          </p:cNvSpPr>
          <p:nvPr>
            <p:ph type="sldNum" idx="9"/>
          </p:nvPr>
        </p:nvSpPr>
        <p:spPr>
          <a:xfrm>
            <a:off x="8778240" y="6378120"/>
            <a:ext cx="2803680" cy="366120"/>
          </a:xfrm>
          <a:prstGeom prst="rect">
            <a:avLst/>
          </a:prstGeom>
          <a:noFill/>
          <a:ln w="0">
            <a:noFill/>
          </a:ln>
        </p:spPr>
        <p:txBody>
          <a:bodyPr lIns="0" tIns="0" rIns="0" bIns="0" anchor="t">
            <a:spAutoFit/>
          </a:bodyPr>
          <a:lstStyle>
            <a:lvl1pPr indent="0" algn="r">
              <a:lnSpc>
                <a:spcPct val="100000"/>
              </a:lnSpc>
              <a:buNone/>
              <a:tabLst>
                <a:tab pos="0" algn="l"/>
              </a:tabLst>
              <a:defRPr lang="en-US" sz="2400" b="0" u="none" strike="noStrike">
                <a:solidFill>
                  <a:srgbClr val="888888"/>
                </a:solidFill>
                <a:effectLst/>
                <a:uFillTx/>
                <a:latin typeface="Calibri"/>
                <a:ea typeface="Calibri"/>
              </a:defRPr>
            </a:lvl1pPr>
          </a:lstStyle>
          <a:p>
            <a:pPr indent="0" algn="r">
              <a:lnSpc>
                <a:spcPct val="100000"/>
              </a:lnSpc>
              <a:buNone/>
              <a:tabLst>
                <a:tab pos="0" algn="l"/>
              </a:tabLst>
            </a:pPr>
            <a:fld id="{C797158E-30AF-4C0F-BF1C-0CC102A0AFB6}" type="slidenum">
              <a:rPr lang="en-US" sz="2400" b="0" u="none" strike="noStrike">
                <a:solidFill>
                  <a:srgbClr val="888888"/>
                </a:solidFill>
                <a:effectLst/>
                <a:uFillTx/>
                <a:latin typeface="Calibri"/>
                <a:ea typeface="Calibri"/>
              </a:rPr>
              <a:t>&lt;number&gt;</a:t>
            </a:fld>
            <a:endParaRPr lang="en-US" sz="24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1_Title Slide">
    <p:bg>
      <p:bgPr>
        <a:solidFill>
          <a:schemeClr val="lt1"/>
        </a:solidFill>
      </p:bgPr>
    </p:bg>
    <p:spTree>
      <p:nvGrpSpPr>
        <p:cNvPr id="1" name=""/>
        <p:cNvGrpSpPr/>
        <p:nvPr/>
      </p:nvGrpSpPr>
      <p:grpSpPr>
        <a:xfrm>
          <a:off x="0" y="0"/>
          <a:ext cx="0" cy="0"/>
          <a:chOff x="0" y="0"/>
          <a:chExt cx="0" cy="0"/>
        </a:xfrm>
      </p:grpSpPr>
      <p:pic>
        <p:nvPicPr>
          <p:cNvPr id="16" name="Google Shape;6;p12"/>
          <p:cNvPicPr/>
          <p:nvPr/>
        </p:nvPicPr>
        <p:blipFill>
          <a:blip r:embed="rId2"/>
          <a:stretch/>
        </p:blipFill>
        <p:spPr>
          <a:xfrm>
            <a:off x="9897480" y="200520"/>
            <a:ext cx="2208960" cy="551880"/>
          </a:xfrm>
          <a:prstGeom prst="rect">
            <a:avLst/>
          </a:prstGeom>
          <a:noFill/>
          <a:ln w="0">
            <a:noFill/>
          </a:ln>
        </p:spPr>
      </p:pic>
      <p:sp>
        <p:nvSpPr>
          <p:cNvPr id="17" name="PlaceHolder 1"/>
          <p:cNvSpPr>
            <a:spLocks noGrp="1"/>
          </p:cNvSpPr>
          <p:nvPr>
            <p:ph type="title"/>
          </p:nvPr>
        </p:nvSpPr>
        <p:spPr>
          <a:xfrm>
            <a:off x="1523880" y="1122480"/>
            <a:ext cx="9143640" cy="2387160"/>
          </a:xfrm>
          <a:prstGeom prst="rect">
            <a:avLst/>
          </a:prstGeom>
          <a:noFill/>
          <a:ln w="0">
            <a:noFill/>
          </a:ln>
        </p:spPr>
        <p:txBody>
          <a:bodyPr lIns="0" tIns="0" rIns="0" bIns="0" anchor="b">
            <a:noAutofit/>
          </a:bodyPr>
          <a:lstStyle>
            <a:lvl1pPr indent="0" algn="ctr">
              <a:lnSpc>
                <a:spcPct val="100000"/>
              </a:lnSpc>
              <a:buNone/>
              <a:defRPr lang="en-US" sz="6000" b="1" u="none" strike="noStrike">
                <a:solidFill>
                  <a:srgbClr val="013566"/>
                </a:solidFill>
                <a:effectLst/>
                <a:uFillTx/>
                <a:latin typeface="Arial"/>
                <a:ea typeface="Arial"/>
              </a:defRPr>
            </a:lvl1pPr>
          </a:lstStyle>
          <a:p>
            <a:pPr indent="0" algn="ctr">
              <a:lnSpc>
                <a:spcPct val="100000"/>
              </a:lnSpc>
              <a:buNone/>
            </a:pPr>
            <a:r>
              <a:rPr lang="en-US" sz="6000" b="1" u="none" strike="noStrike">
                <a:solidFill>
                  <a:srgbClr val="013566"/>
                </a:solidFill>
                <a:effectLst/>
                <a:uFillTx/>
                <a:latin typeface="Arial"/>
                <a:ea typeface="Arial"/>
              </a:rPr>
              <a:t>Cli</a:t>
            </a:r>
            <a:r>
              <a:rPr lang="en-US" sz="6000" b="1" u="none" strike="noStrike">
                <a:solidFill>
                  <a:srgbClr val="013566"/>
                </a:solidFill>
                <a:effectLst/>
                <a:uFillTx/>
                <a:latin typeface="Arial"/>
                <a:ea typeface="Arial"/>
              </a:rPr>
              <a:t>ck </a:t>
            </a:r>
            <a:r>
              <a:rPr lang="en-US" sz="6000" b="1" u="none" strike="noStrike">
                <a:solidFill>
                  <a:srgbClr val="013566"/>
                </a:solidFill>
                <a:effectLst/>
                <a:uFillTx/>
                <a:latin typeface="Arial"/>
                <a:ea typeface="Arial"/>
              </a:rPr>
              <a:t>to </a:t>
            </a:r>
            <a:r>
              <a:rPr lang="en-US" sz="6000" b="1" u="none" strike="noStrike">
                <a:solidFill>
                  <a:srgbClr val="013566"/>
                </a:solidFill>
                <a:effectLst/>
                <a:uFillTx/>
                <a:latin typeface="Arial"/>
                <a:ea typeface="Arial"/>
              </a:rPr>
              <a:t>edi</a:t>
            </a:r>
            <a:r>
              <a:rPr lang="en-US" sz="6000" b="1" u="none" strike="noStrike">
                <a:solidFill>
                  <a:srgbClr val="013566"/>
                </a:solidFill>
                <a:effectLst/>
                <a:uFillTx/>
                <a:latin typeface="Arial"/>
                <a:ea typeface="Arial"/>
              </a:rPr>
              <a:t>t </a:t>
            </a:r>
            <a:r>
              <a:rPr lang="en-US" sz="6000" b="1" u="none" strike="noStrike">
                <a:solidFill>
                  <a:srgbClr val="013566"/>
                </a:solidFill>
                <a:effectLst/>
                <a:uFillTx/>
                <a:latin typeface="Arial"/>
                <a:ea typeface="Arial"/>
              </a:rPr>
              <a:t>Ma</a:t>
            </a:r>
            <a:r>
              <a:rPr lang="en-US" sz="6000" b="1" u="none" strike="noStrike">
                <a:solidFill>
                  <a:srgbClr val="013566"/>
                </a:solidFill>
                <a:effectLst/>
                <a:uFillTx/>
                <a:latin typeface="Arial"/>
                <a:ea typeface="Arial"/>
              </a:rPr>
              <a:t>ste</a:t>
            </a:r>
            <a:r>
              <a:rPr lang="en-US" sz="6000" b="1" u="none" strike="noStrike">
                <a:solidFill>
                  <a:srgbClr val="013566"/>
                </a:solidFill>
                <a:effectLst/>
                <a:uFillTx/>
                <a:latin typeface="Arial"/>
                <a:ea typeface="Arial"/>
              </a:rPr>
              <a:t>r </a:t>
            </a:r>
            <a:r>
              <a:rPr lang="en-US" sz="6000" b="1" u="none" strike="noStrike">
                <a:solidFill>
                  <a:srgbClr val="013566"/>
                </a:solidFill>
                <a:effectLst/>
                <a:uFillTx/>
                <a:latin typeface="Arial"/>
                <a:ea typeface="Arial"/>
              </a:rPr>
              <a:t>titl</a:t>
            </a:r>
            <a:r>
              <a:rPr lang="en-US" sz="6000" b="1" u="none" strike="noStrike">
                <a:solidFill>
                  <a:srgbClr val="013566"/>
                </a:solidFill>
                <a:effectLst/>
                <a:uFillTx/>
                <a:latin typeface="Arial"/>
                <a:ea typeface="Arial"/>
              </a:rPr>
              <a:t>e </a:t>
            </a:r>
            <a:r>
              <a:rPr lang="en-US" sz="6000" b="1" u="none" strike="noStrike">
                <a:solidFill>
                  <a:srgbClr val="013566"/>
                </a:solidFill>
                <a:effectLst/>
                <a:uFillTx/>
                <a:latin typeface="Arial"/>
                <a:ea typeface="Arial"/>
              </a:rPr>
              <a:t>sty</a:t>
            </a:r>
            <a:r>
              <a:rPr lang="en-US" sz="6000" b="1" u="none" strike="noStrike">
                <a:solidFill>
                  <a:srgbClr val="013566"/>
                </a:solidFill>
                <a:effectLst/>
                <a:uFillTx/>
                <a:latin typeface="Arial"/>
                <a:ea typeface="Arial"/>
              </a:rPr>
              <a:t>le</a:t>
            </a:r>
            <a:endParaRPr lang="en-US" sz="6000" b="1" u="none" strike="noStrike">
              <a:solidFill>
                <a:srgbClr val="013566"/>
              </a:solidFill>
              <a:effectLst/>
              <a:uFillTx/>
              <a:latin typeface="Arial"/>
            </a:endParaRPr>
          </a:p>
        </p:txBody>
      </p:sp>
      <p:sp>
        <p:nvSpPr>
          <p:cNvPr id="18" name="PlaceHolder 2"/>
          <p:cNvSpPr>
            <a:spLocks noGrp="1"/>
          </p:cNvSpPr>
          <p:nvPr>
            <p:ph type="dt" idx="10"/>
          </p:nvPr>
        </p:nvSpPr>
        <p:spPr>
          <a:xfrm>
            <a:off x="609480" y="6378120"/>
            <a:ext cx="2803680" cy="369000"/>
          </a:xfrm>
          <a:prstGeom prst="rect">
            <a:avLst/>
          </a:prstGeom>
          <a:noFill/>
          <a:ln w="0">
            <a:noFill/>
          </a:ln>
        </p:spPr>
        <p:txBody>
          <a:bodyPr lIns="0" tIns="0" rIns="0" bIns="0" anchor="t">
            <a:noAutofit/>
          </a:bodyPr>
          <a:lstStyle>
            <a:lvl1pPr indent="0" algn="l">
              <a:lnSpc>
                <a:spcPct val="100000"/>
              </a:lnSpc>
              <a:buNone/>
              <a:defRPr lang="en-US" sz="2400" b="0" u="none" strike="noStrike">
                <a:solidFill>
                  <a:srgbClr val="888888"/>
                </a:solidFill>
                <a:effectLst/>
                <a:uFillTx/>
                <a:latin typeface="Calibri"/>
                <a:ea typeface="Calibri"/>
              </a:defRPr>
            </a:lvl1pPr>
          </a:lstStyle>
          <a:p>
            <a:pPr indent="0" algn="l">
              <a:lnSpc>
                <a:spcPct val="100000"/>
              </a:lnSpc>
              <a:buNone/>
            </a:pPr>
            <a:r>
              <a:rPr lang="en-US" sz="2400" b="0" u="none" strike="noStrike">
                <a:solidFill>
                  <a:srgbClr val="888888"/>
                </a:solidFill>
                <a:effectLst/>
                <a:uFillTx/>
                <a:latin typeface="Calibri"/>
                <a:ea typeface="Calibri"/>
              </a:rPr>
              <a:t>&lt;date/time&gt;</a:t>
            </a:r>
            <a:endParaRPr lang="en-US" sz="2400" b="0" u="none" strike="noStrike">
              <a:solidFill>
                <a:srgbClr val="000000"/>
              </a:solidFill>
              <a:effectLst/>
              <a:uFillTx/>
              <a:latin typeface="Times New Roman"/>
            </a:endParaRPr>
          </a:p>
        </p:txBody>
      </p:sp>
      <p:sp>
        <p:nvSpPr>
          <p:cNvPr id="19" name="PlaceHolder 3"/>
          <p:cNvSpPr>
            <a:spLocks noGrp="1"/>
          </p:cNvSpPr>
          <p:nvPr>
            <p:ph type="ftr" idx="11"/>
          </p:nvPr>
        </p:nvSpPr>
        <p:spPr>
          <a:xfrm>
            <a:off x="4145400" y="6378120"/>
            <a:ext cx="3900960" cy="36900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4"/>
          <p:cNvSpPr>
            <a:spLocks noGrp="1"/>
          </p:cNvSpPr>
          <p:nvPr>
            <p:ph type="sldNum" idx="12"/>
          </p:nvPr>
        </p:nvSpPr>
        <p:spPr>
          <a:xfrm>
            <a:off x="8778240" y="6378120"/>
            <a:ext cx="2803680" cy="369000"/>
          </a:xfrm>
          <a:prstGeom prst="rect">
            <a:avLst/>
          </a:prstGeom>
          <a:noFill/>
          <a:ln w="0">
            <a:noFill/>
          </a:ln>
        </p:spPr>
        <p:txBody>
          <a:bodyPr lIns="0" tIns="0" rIns="0" bIns="0" anchor="t">
            <a:noAutofit/>
          </a:bodyPr>
          <a:lstStyle>
            <a:lvl1pPr indent="0" algn="r">
              <a:lnSpc>
                <a:spcPct val="100000"/>
              </a:lnSpc>
              <a:buNone/>
              <a:tabLst>
                <a:tab pos="0" algn="l"/>
              </a:tabLst>
              <a:defRPr lang="en-US" sz="2400" b="0" u="none" strike="noStrike">
                <a:solidFill>
                  <a:srgbClr val="888888"/>
                </a:solidFill>
                <a:effectLst/>
                <a:uFillTx/>
                <a:latin typeface="Calibri"/>
                <a:ea typeface="Calibri"/>
              </a:defRPr>
            </a:lvl1pPr>
          </a:lstStyle>
          <a:p>
            <a:pPr indent="0" algn="r">
              <a:lnSpc>
                <a:spcPct val="100000"/>
              </a:lnSpc>
              <a:buNone/>
              <a:tabLst>
                <a:tab pos="0" algn="l"/>
              </a:tabLst>
            </a:pPr>
            <a:fld id="{382B5092-7DFB-4732-B160-70A40057809B}" type="slidenum">
              <a:rPr lang="en-US" sz="2400" b="0" u="none" strike="noStrike">
                <a:solidFill>
                  <a:srgbClr val="888888"/>
                </a:solidFill>
                <a:effectLst/>
                <a:uFillTx/>
                <a:latin typeface="Calibri"/>
                <a:ea typeface="Calibri"/>
              </a:rPr>
              <a:t>&lt;number&gt;</a:t>
            </a:fld>
            <a:endParaRPr lang="en-US" sz="2400" b="0" u="none" strike="noStrike">
              <a:solidFill>
                <a:srgbClr val="000000"/>
              </a:solidFill>
              <a:effectLst/>
              <a:uFillTx/>
              <a:latin typeface="Times New Roman"/>
            </a:endParaRPr>
          </a:p>
        </p:txBody>
      </p:sp>
      <p:sp>
        <p:nvSpPr>
          <p:cNvPr id="21"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7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7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7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7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70" b="0" u="none" strike="noStrike">
                <a:solidFill>
                  <a:srgbClr val="000000"/>
                </a:solidFill>
                <a:effectLst/>
                <a:uFillTx/>
                <a:latin typeface="Arial"/>
              </a:rPr>
              <a:t>Click to edit the outline text format</a:t>
            </a:r>
            <a:endParaRPr lang="en-US" sz="187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70" b="0" u="none" strike="noStrike">
                <a:solidFill>
                  <a:srgbClr val="000000"/>
                </a:solidFill>
                <a:effectLst/>
                <a:uFillTx/>
                <a:latin typeface="Arial"/>
              </a:rPr>
              <a:t>Second Outline Level</a:t>
            </a:r>
            <a:endParaRPr lang="en-US" sz="187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70" b="0" u="none" strike="noStrike">
                <a:solidFill>
                  <a:srgbClr val="000000"/>
                </a:solidFill>
                <a:effectLst/>
                <a:uFillTx/>
                <a:latin typeface="Arial"/>
              </a:rPr>
              <a:t>Third Outline Level</a:t>
            </a:r>
            <a:endParaRPr lang="en-US" sz="187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70" b="0" u="none" strike="noStrike">
                <a:solidFill>
                  <a:srgbClr val="000000"/>
                </a:solidFill>
                <a:effectLst/>
                <a:uFillTx/>
                <a:latin typeface="Arial"/>
              </a:rPr>
              <a:t>Fourth Outline Level</a:t>
            </a:r>
            <a:endParaRPr lang="en-US" sz="187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bg>
      <p:bgPr>
        <a:solidFill>
          <a:schemeClr val="lt1"/>
        </a:solidFill>
      </p:bgPr>
    </p:bg>
    <p:spTree>
      <p:nvGrpSpPr>
        <p:cNvPr id="1" name=""/>
        <p:cNvGrpSpPr/>
        <p:nvPr/>
      </p:nvGrpSpPr>
      <p:grpSpPr>
        <a:xfrm>
          <a:off x="0" y="0"/>
          <a:ext cx="0" cy="0"/>
          <a:chOff x="0" y="0"/>
          <a:chExt cx="0" cy="0"/>
        </a:xfrm>
      </p:grpSpPr>
      <p:pic>
        <p:nvPicPr>
          <p:cNvPr id="22" name="Google Shape;6;p12"/>
          <p:cNvPicPr/>
          <p:nvPr/>
        </p:nvPicPr>
        <p:blipFill>
          <a:blip r:embed="rId2"/>
          <a:stretch/>
        </p:blipFill>
        <p:spPr>
          <a:xfrm>
            <a:off x="9897480" y="200520"/>
            <a:ext cx="2208960" cy="551880"/>
          </a:xfrm>
          <a:prstGeom prst="rect">
            <a:avLst/>
          </a:prstGeom>
          <a:noFill/>
          <a:ln w="0">
            <a:noFill/>
          </a:ln>
        </p:spPr>
      </p:pic>
      <p:sp>
        <p:nvSpPr>
          <p:cNvPr id="23" name="PlaceHolder 1"/>
          <p:cNvSpPr>
            <a:spLocks noGrp="1"/>
          </p:cNvSpPr>
          <p:nvPr>
            <p:ph type="title"/>
          </p:nvPr>
        </p:nvSpPr>
        <p:spPr>
          <a:xfrm>
            <a:off x="513000" y="673560"/>
            <a:ext cx="11165760" cy="508680"/>
          </a:xfrm>
          <a:prstGeom prst="rect">
            <a:avLst/>
          </a:prstGeom>
          <a:noFill/>
          <a:ln w="0">
            <a:noFill/>
          </a:ln>
        </p:spPr>
        <p:txBody>
          <a:bodyPr lIns="0" tIns="0" rIns="0" bIns="0" anchor="t">
            <a:spAutoFit/>
          </a:bodyPr>
          <a:lstStyle>
            <a:lvl1pPr indent="0" algn="l">
              <a:lnSpc>
                <a:spcPct val="100000"/>
              </a:lnSpc>
              <a:buNone/>
              <a:defRPr lang="en-US" sz="3340" b="1" u="none" strike="noStrike">
                <a:solidFill>
                  <a:srgbClr val="013566"/>
                </a:solidFill>
                <a:effectLst/>
                <a:uFillTx/>
                <a:latin typeface="Arial"/>
                <a:ea typeface="Arial"/>
              </a:defRPr>
            </a:lvl1pPr>
          </a:lstStyle>
          <a:p>
            <a:pPr indent="0" algn="l">
              <a:lnSpc>
                <a:spcPct val="100000"/>
              </a:lnSpc>
              <a:buNone/>
            </a:pPr>
            <a:r>
              <a:rPr lang="en-US" sz="3340" b="1" u="none" strike="noStrike">
                <a:solidFill>
                  <a:srgbClr val="013566"/>
                </a:solidFill>
                <a:effectLst/>
                <a:uFillTx/>
                <a:latin typeface="Arial"/>
                <a:ea typeface="Arial"/>
              </a:rPr>
              <a:t>Click </a:t>
            </a:r>
            <a:r>
              <a:rPr lang="en-US" sz="3340" b="1" u="none" strike="noStrike">
                <a:solidFill>
                  <a:srgbClr val="013566"/>
                </a:solidFill>
                <a:effectLst/>
                <a:uFillTx/>
                <a:latin typeface="Arial"/>
                <a:ea typeface="Arial"/>
              </a:rPr>
              <a:t>to </a:t>
            </a:r>
            <a:r>
              <a:rPr lang="en-US" sz="3340" b="1" u="none" strike="noStrike">
                <a:solidFill>
                  <a:srgbClr val="013566"/>
                </a:solidFill>
                <a:effectLst/>
                <a:uFillTx/>
                <a:latin typeface="Arial"/>
                <a:ea typeface="Arial"/>
              </a:rPr>
              <a:t>edit </a:t>
            </a:r>
            <a:r>
              <a:rPr lang="en-US" sz="3340" b="1" u="none" strike="noStrike">
                <a:solidFill>
                  <a:srgbClr val="013566"/>
                </a:solidFill>
                <a:effectLst/>
                <a:uFillTx/>
                <a:latin typeface="Arial"/>
                <a:ea typeface="Arial"/>
              </a:rPr>
              <a:t>Maste</a:t>
            </a:r>
            <a:r>
              <a:rPr lang="en-US" sz="3340" b="1" u="none" strike="noStrike">
                <a:solidFill>
                  <a:srgbClr val="013566"/>
                </a:solidFill>
                <a:effectLst/>
                <a:uFillTx/>
                <a:latin typeface="Arial"/>
                <a:ea typeface="Arial"/>
              </a:rPr>
              <a:t>r title </a:t>
            </a:r>
            <a:r>
              <a:rPr lang="en-US" sz="3340" b="1" u="none" strike="noStrike">
                <a:solidFill>
                  <a:srgbClr val="013566"/>
                </a:solidFill>
                <a:effectLst/>
                <a:uFillTx/>
                <a:latin typeface="Arial"/>
                <a:ea typeface="Arial"/>
              </a:rPr>
              <a:t>style</a:t>
            </a:r>
            <a:endParaRPr lang="en-US" sz="3340" b="1" u="none" strike="noStrike">
              <a:solidFill>
                <a:srgbClr val="013566"/>
              </a:solidFill>
              <a:effectLst/>
              <a:uFillTx/>
              <a:latin typeface="Arial"/>
            </a:endParaRPr>
          </a:p>
        </p:txBody>
      </p:sp>
      <p:sp>
        <p:nvSpPr>
          <p:cNvPr id="24" name="PlaceHolder 2"/>
          <p:cNvSpPr>
            <a:spLocks noGrp="1"/>
          </p:cNvSpPr>
          <p:nvPr>
            <p:ph type="body"/>
          </p:nvPr>
        </p:nvSpPr>
        <p:spPr>
          <a:xfrm>
            <a:off x="581400" y="1567080"/>
            <a:ext cx="11028960" cy="366120"/>
          </a:xfrm>
          <a:prstGeom prst="rect">
            <a:avLst/>
          </a:prstGeom>
          <a:noFill/>
          <a:ln w="0">
            <a:noFill/>
          </a:ln>
        </p:spPr>
        <p:txBody>
          <a:bodyPr lIns="0" tIns="0" rIns="0" bIns="0" anchor="t">
            <a:spAutoFit/>
          </a:bodyPr>
          <a:lstStyle>
            <a:lvl1pPr marL="609480" indent="-304920" algn="l">
              <a:lnSpc>
                <a:spcPct val="100000"/>
              </a:lnSpc>
              <a:buNone/>
              <a:tabLst>
                <a:tab pos="0" algn="l"/>
              </a:tabLst>
              <a:defRPr lang="en-US" sz="2400" b="0" u="none" strike="noStrike">
                <a:solidFill>
                  <a:srgbClr val="013566"/>
                </a:solidFill>
                <a:effectLst/>
                <a:uFillTx/>
                <a:latin typeface="arial"/>
                <a:ea typeface="arial"/>
              </a:defRPr>
            </a:lvl1pPr>
          </a:lstStyle>
          <a:p>
            <a:pPr marL="609480" indent="-304920" algn="l">
              <a:lnSpc>
                <a:spcPct val="100000"/>
              </a:lnSpc>
              <a:buNone/>
              <a:tabLst>
                <a:tab pos="0" algn="l"/>
              </a:tabLst>
            </a:pPr>
            <a:r>
              <a:rPr lang="en-US" sz="2400" b="0" u="none" strike="noStrike">
                <a:solidFill>
                  <a:srgbClr val="013566"/>
                </a:solidFill>
                <a:effectLst/>
                <a:uFillTx/>
                <a:latin typeface="arial"/>
                <a:ea typeface="arial"/>
              </a:rPr>
              <a:t>Click to edit Master text styles</a:t>
            </a:r>
            <a:endParaRPr lang="en-US" sz="2400" b="0" u="none" strike="noStrike">
              <a:solidFill>
                <a:srgbClr val="013566"/>
              </a:solidFill>
              <a:effectLst/>
              <a:uFillTx/>
              <a:latin typeface="arial"/>
            </a:endParaRPr>
          </a:p>
        </p:txBody>
      </p:sp>
      <p:sp>
        <p:nvSpPr>
          <p:cNvPr id="25" name="PlaceHolder 3"/>
          <p:cNvSpPr>
            <a:spLocks noGrp="1"/>
          </p:cNvSpPr>
          <p:nvPr>
            <p:ph type="ftr" idx="13"/>
          </p:nvPr>
        </p:nvSpPr>
        <p:spPr>
          <a:xfrm>
            <a:off x="4145400" y="6378120"/>
            <a:ext cx="3901320" cy="213480"/>
          </a:xfrm>
          <a:prstGeom prst="rect">
            <a:avLst/>
          </a:prstGeom>
          <a:noFill/>
          <a:ln w="0">
            <a:noFill/>
          </a:ln>
        </p:spPr>
        <p:txBody>
          <a:bodyPr lIns="0" tIns="0" rIns="0" bIns="0" anchor="t">
            <a:sp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4"/>
          <p:cNvSpPr>
            <a:spLocks noGrp="1"/>
          </p:cNvSpPr>
          <p:nvPr>
            <p:ph type="dt" idx="14"/>
          </p:nvPr>
        </p:nvSpPr>
        <p:spPr>
          <a:xfrm>
            <a:off x="609480" y="6378120"/>
            <a:ext cx="2803680" cy="372240"/>
          </a:xfrm>
          <a:prstGeom prst="rect">
            <a:avLst/>
          </a:prstGeom>
          <a:noFill/>
          <a:ln w="0">
            <a:noFill/>
          </a:ln>
        </p:spPr>
        <p:txBody>
          <a:bodyPr lIns="0" tIns="0" rIns="0" bIns="0" anchor="t">
            <a:spAutoFit/>
          </a:bodyPr>
          <a:lstStyle>
            <a:lvl1pPr indent="0" algn="l">
              <a:lnSpc>
                <a:spcPct val="100000"/>
              </a:lnSpc>
              <a:buNone/>
              <a:defRPr lang="en-US" sz="2400" b="0" u="none" strike="noStrike">
                <a:solidFill>
                  <a:srgbClr val="888888"/>
                </a:solidFill>
                <a:effectLst/>
                <a:uFillTx/>
                <a:latin typeface="Calibri"/>
                <a:ea typeface="Calibri"/>
              </a:defRPr>
            </a:lvl1pPr>
          </a:lstStyle>
          <a:p>
            <a:pPr indent="0" algn="l">
              <a:lnSpc>
                <a:spcPct val="100000"/>
              </a:lnSpc>
              <a:buNone/>
            </a:pPr>
            <a:r>
              <a:rPr lang="en-US" sz="2400" b="0" u="none" strike="noStrike">
                <a:solidFill>
                  <a:srgbClr val="888888"/>
                </a:solidFill>
                <a:effectLst/>
                <a:uFillTx/>
                <a:latin typeface="Calibri"/>
                <a:ea typeface="Calibri"/>
              </a:rPr>
              <a:t>&lt;date/time&gt;</a:t>
            </a:r>
            <a:endParaRPr lang="en-US" sz="2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8778240" y="6378120"/>
            <a:ext cx="2803680" cy="366120"/>
          </a:xfrm>
          <a:prstGeom prst="rect">
            <a:avLst/>
          </a:prstGeom>
          <a:noFill/>
          <a:ln w="0">
            <a:noFill/>
          </a:ln>
        </p:spPr>
        <p:txBody>
          <a:bodyPr lIns="0" tIns="0" rIns="0" bIns="0" anchor="t">
            <a:spAutoFit/>
          </a:bodyPr>
          <a:lstStyle>
            <a:lvl1pPr indent="0" algn="r">
              <a:lnSpc>
                <a:spcPct val="100000"/>
              </a:lnSpc>
              <a:buNone/>
              <a:tabLst>
                <a:tab pos="0" algn="l"/>
              </a:tabLst>
              <a:defRPr lang="en-US" sz="2400" b="0" u="none" strike="noStrike">
                <a:solidFill>
                  <a:srgbClr val="888888"/>
                </a:solidFill>
                <a:effectLst/>
                <a:uFillTx/>
                <a:latin typeface="Calibri"/>
                <a:ea typeface="Calibri"/>
              </a:defRPr>
            </a:lvl1pPr>
          </a:lstStyle>
          <a:p>
            <a:pPr indent="0" algn="r">
              <a:lnSpc>
                <a:spcPct val="100000"/>
              </a:lnSpc>
              <a:buNone/>
              <a:tabLst>
                <a:tab pos="0" algn="l"/>
              </a:tabLst>
            </a:pPr>
            <a:fld id="{FF357B99-20AC-4665-AC16-D1B2A1E2211D}" type="slidenum">
              <a:rPr lang="en-US" sz="2400" b="0" u="none" strike="noStrike">
                <a:solidFill>
                  <a:srgbClr val="888888"/>
                </a:solidFill>
                <a:effectLst/>
                <a:uFillTx/>
                <a:latin typeface="Calibri"/>
                <a:ea typeface="Calibri"/>
              </a:rPr>
              <a:t>&lt;number&gt;</a:t>
            </a:fld>
            <a:endParaRPr lang="en-US" sz="24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hyperlink" Target="https://github.com/BMAGS6/parking-garage-specification-testing" TargetMode="External"/><Relationship Id="rId2" Type="http://schemas.openxmlformats.org/officeDocument/2006/relationships/slideLayout" Target="../slideLayouts/slideLayout5.xml"/><Relationship Id="rId3"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1238400" y="2190600"/>
            <a:ext cx="9715320" cy="1809360"/>
          </a:xfrm>
          <a:prstGeom prst="rect">
            <a:avLst/>
          </a:prstGeom>
          <a:noFill/>
          <a:ln w="0">
            <a:noFill/>
          </a:ln>
        </p:spPr>
        <p:txBody>
          <a:bodyPr lIns="0" tIns="0" rIns="0" bIns="0" anchor="t">
            <a:noAutofit/>
          </a:bodyPr>
          <a:p>
            <a:pPr indent="0" algn="ctr">
              <a:lnSpc>
                <a:spcPct val="105000"/>
              </a:lnSpc>
              <a:buNone/>
            </a:pPr>
            <a:r>
              <a:rPr lang="en-US" sz="6000" b="1" u="none" strike="noStrike">
                <a:solidFill>
                  <a:srgbClr val="013566"/>
                </a:solidFill>
                <a:effectLst/>
                <a:uFillTx/>
                <a:latin typeface="Arial"/>
                <a:ea typeface="Arial"/>
              </a:rPr>
              <a:t>Sp</a:t>
            </a:r>
            <a:r>
              <a:rPr lang="en-US" sz="6000" b="1" u="none" strike="noStrike">
                <a:solidFill>
                  <a:srgbClr val="013566"/>
                </a:solidFill>
                <a:effectLst/>
                <a:uFillTx/>
                <a:latin typeface="Arial"/>
                <a:ea typeface="Arial"/>
              </a:rPr>
              <a:t>eci</a:t>
            </a:r>
            <a:r>
              <a:rPr lang="en-US" sz="6000" b="1" u="none" strike="noStrike">
                <a:solidFill>
                  <a:srgbClr val="013566"/>
                </a:solidFill>
                <a:effectLst/>
                <a:uFillTx/>
                <a:latin typeface="Arial"/>
                <a:ea typeface="Arial"/>
              </a:rPr>
              <a:t>fic</a:t>
            </a:r>
            <a:r>
              <a:rPr lang="en-US" sz="6000" b="1" u="none" strike="noStrike">
                <a:solidFill>
                  <a:srgbClr val="013566"/>
                </a:solidFill>
                <a:effectLst/>
                <a:uFillTx/>
                <a:latin typeface="Arial"/>
                <a:ea typeface="Arial"/>
              </a:rPr>
              <a:t>ati</a:t>
            </a:r>
            <a:r>
              <a:rPr lang="en-US" sz="6000" b="1" u="none" strike="noStrike">
                <a:solidFill>
                  <a:srgbClr val="013566"/>
                </a:solidFill>
                <a:effectLst/>
                <a:uFillTx/>
                <a:latin typeface="Arial"/>
                <a:ea typeface="Arial"/>
              </a:rPr>
              <a:t>on </a:t>
            </a:r>
            <a:r>
              <a:rPr lang="en-US" sz="6000" b="1" u="none" strike="noStrike">
                <a:solidFill>
                  <a:srgbClr val="013566"/>
                </a:solidFill>
                <a:effectLst/>
                <a:uFillTx/>
                <a:latin typeface="Arial"/>
                <a:ea typeface="Arial"/>
              </a:rPr>
              <a:t>Te</a:t>
            </a:r>
            <a:r>
              <a:rPr lang="en-US" sz="6000" b="1" u="none" strike="noStrike">
                <a:solidFill>
                  <a:srgbClr val="013566"/>
                </a:solidFill>
                <a:effectLst/>
                <a:uFillTx/>
                <a:latin typeface="Arial"/>
                <a:ea typeface="Arial"/>
              </a:rPr>
              <a:t>sti</a:t>
            </a:r>
            <a:r>
              <a:rPr lang="en-US" sz="6000" b="1" u="none" strike="noStrike">
                <a:solidFill>
                  <a:srgbClr val="013566"/>
                </a:solidFill>
                <a:effectLst/>
                <a:uFillTx/>
                <a:latin typeface="Arial"/>
                <a:ea typeface="Arial"/>
              </a:rPr>
              <a:t>ng</a:t>
            </a:r>
            <a:endParaRPr lang="en-US" sz="6000" b="1" u="none" strike="noStrike">
              <a:solidFill>
                <a:srgbClr val="013566"/>
              </a:solidFill>
              <a:effectLst/>
              <a:uFillTx/>
              <a:latin typeface="Arial"/>
            </a:endParaRPr>
          </a:p>
          <a:p>
            <a:pPr indent="0" algn="ctr">
              <a:lnSpc>
                <a:spcPct val="105000"/>
              </a:lnSpc>
              <a:buNone/>
            </a:pPr>
            <a:r>
              <a:rPr lang="en-US" sz="6000" b="1" u="none" strike="noStrike">
                <a:solidFill>
                  <a:srgbClr val="013566"/>
                </a:solidFill>
                <a:effectLst/>
                <a:uFillTx/>
                <a:latin typeface="Arial"/>
                <a:ea typeface="Arial"/>
              </a:rPr>
              <a:t>in </a:t>
            </a:r>
            <a:r>
              <a:rPr lang="en-US" sz="6000" b="1" u="none" strike="noStrike">
                <a:solidFill>
                  <a:srgbClr val="013566"/>
                </a:solidFill>
                <a:effectLst/>
                <a:uFillTx/>
                <a:latin typeface="Arial"/>
                <a:ea typeface="Arial"/>
              </a:rPr>
              <a:t>C</a:t>
            </a:r>
            <a:endParaRPr lang="en-US" sz="6000" b="1" u="none" strike="noStrike">
              <a:solidFill>
                <a:srgbClr val="013566"/>
              </a:solidFill>
              <a:effectLst/>
              <a:uFillTx/>
              <a:latin typeface="Arial"/>
            </a:endParaRPr>
          </a:p>
        </p:txBody>
      </p:sp>
      <p:sp>
        <p:nvSpPr>
          <p:cNvPr id="35" name="PlaceHolder 2"/>
          <p:cNvSpPr>
            <a:spLocks noGrp="1"/>
          </p:cNvSpPr>
          <p:nvPr>
            <p:ph type="subTitle"/>
          </p:nvPr>
        </p:nvSpPr>
        <p:spPr>
          <a:xfrm>
            <a:off x="1523880" y="4334040"/>
            <a:ext cx="9143640" cy="856800"/>
          </a:xfrm>
          <a:prstGeom prst="rect">
            <a:avLst/>
          </a:prstGeom>
          <a:noFill/>
          <a:ln w="0">
            <a:noFill/>
          </a:ln>
        </p:spPr>
        <p:txBody>
          <a:bodyPr lIns="0" tIns="0" rIns="0" bIns="0" anchor="t">
            <a:noAutofit/>
          </a:bodyPr>
          <a:p>
            <a:pPr indent="0" algn="ctr">
              <a:lnSpc>
                <a:spcPct val="125000"/>
              </a:lnSpc>
              <a:buNone/>
              <a:tabLst>
                <a:tab pos="0" algn="l"/>
              </a:tabLst>
            </a:pPr>
            <a:r>
              <a:rPr lang="en-US" sz="2400" b="0" u="none" strike="noStrike">
                <a:solidFill>
                  <a:srgbClr val="013566"/>
                </a:solidFill>
                <a:effectLst/>
                <a:uFillTx/>
                <a:latin typeface="arial"/>
                <a:ea typeface="arial"/>
              </a:rPr>
              <a:t>Brandon </a:t>
            </a:r>
            <a:r>
              <a:rPr lang="en-US" sz="2400" b="0" u="none" strike="noStrike">
                <a:solidFill>
                  <a:srgbClr val="013566"/>
                </a:solidFill>
                <a:effectLst/>
                <a:uFillTx/>
                <a:latin typeface="arial"/>
                <a:ea typeface="arial"/>
              </a:rPr>
              <a:t>Magoni</a:t>
            </a:r>
            <a:endParaRPr lang="en-US" sz="2400" b="0" u="none" strike="noStrike">
              <a:solidFill>
                <a:srgbClr val="013566"/>
              </a:solidFill>
              <a:effectLst/>
              <a:uFillTx/>
              <a:latin typeface="arial"/>
            </a:endParaRPr>
          </a:p>
          <a:p>
            <a:pPr indent="0" algn="ctr">
              <a:lnSpc>
                <a:spcPct val="125000"/>
              </a:lnSpc>
              <a:spcBef>
                <a:spcPts val="1191"/>
              </a:spcBef>
              <a:spcAft>
                <a:spcPts val="992"/>
              </a:spcAft>
              <a:buNone/>
              <a:tabLst>
                <a:tab pos="0" algn="l"/>
              </a:tabLst>
            </a:pPr>
            <a:r>
              <a:rPr lang="en-US" sz="2400" b="0" u="none" strike="noStrike">
                <a:solidFill>
                  <a:srgbClr val="013566"/>
                </a:solidFill>
                <a:effectLst/>
                <a:uFillTx/>
                <a:latin typeface="arial"/>
                <a:ea typeface="arial"/>
              </a:rPr>
              <a:t>CSIS31</a:t>
            </a:r>
            <a:r>
              <a:rPr lang="en-US" sz="2400" b="0" u="none" strike="noStrike">
                <a:solidFill>
                  <a:srgbClr val="013566"/>
                </a:solidFill>
                <a:effectLst/>
                <a:uFillTx/>
                <a:latin typeface="arial"/>
                <a:ea typeface="arial"/>
              </a:rPr>
              <a:t>06: </a:t>
            </a:r>
            <a:r>
              <a:rPr lang="en-US" sz="2400" b="0" u="none" strike="noStrike">
                <a:solidFill>
                  <a:srgbClr val="013566"/>
                </a:solidFill>
                <a:effectLst/>
                <a:uFillTx/>
                <a:latin typeface="arial"/>
                <a:ea typeface="arial"/>
              </a:rPr>
              <a:t>Softwar</a:t>
            </a:r>
            <a:r>
              <a:rPr lang="en-US" sz="2400" b="0" u="none" strike="noStrike">
                <a:solidFill>
                  <a:srgbClr val="013566"/>
                </a:solidFill>
                <a:effectLst/>
                <a:uFillTx/>
                <a:latin typeface="arial"/>
                <a:ea typeface="arial"/>
              </a:rPr>
              <a:t>e </a:t>
            </a:r>
            <a:r>
              <a:rPr lang="en-US" sz="2400" b="0" u="none" strike="noStrike">
                <a:solidFill>
                  <a:srgbClr val="013566"/>
                </a:solidFill>
                <a:effectLst/>
                <a:uFillTx/>
                <a:latin typeface="arial"/>
                <a:ea typeface="arial"/>
              </a:rPr>
              <a:t>Verificati</a:t>
            </a:r>
            <a:r>
              <a:rPr lang="en-US" sz="2400" b="0" u="none" strike="noStrike">
                <a:solidFill>
                  <a:srgbClr val="013566"/>
                </a:solidFill>
                <a:effectLst/>
                <a:uFillTx/>
                <a:latin typeface="arial"/>
                <a:ea typeface="arial"/>
              </a:rPr>
              <a:t>on, </a:t>
            </a:r>
            <a:r>
              <a:rPr lang="en-US" sz="2400" b="0" u="none" strike="noStrike">
                <a:solidFill>
                  <a:srgbClr val="013566"/>
                </a:solidFill>
                <a:effectLst/>
                <a:uFillTx/>
                <a:latin typeface="arial"/>
                <a:ea typeface="arial"/>
              </a:rPr>
              <a:t>Validatio</a:t>
            </a:r>
            <a:r>
              <a:rPr lang="en-US" sz="2400" b="0" u="none" strike="noStrike">
                <a:solidFill>
                  <a:srgbClr val="013566"/>
                </a:solidFill>
                <a:effectLst/>
                <a:uFillTx/>
                <a:latin typeface="arial"/>
                <a:ea typeface="arial"/>
              </a:rPr>
              <a:t>n, </a:t>
            </a:r>
            <a:r>
              <a:rPr lang="en-US" sz="2400" b="0" u="none" strike="noStrike">
                <a:solidFill>
                  <a:srgbClr val="013566"/>
                </a:solidFill>
                <a:effectLst/>
                <a:uFillTx/>
                <a:latin typeface="arial"/>
                <a:ea typeface="arial"/>
              </a:rPr>
              <a:t>Testing </a:t>
            </a:r>
            <a:r>
              <a:rPr lang="en-US" sz="2400" b="0" u="none" strike="noStrike">
                <a:solidFill>
                  <a:srgbClr val="013566"/>
                </a:solidFill>
                <a:effectLst/>
                <a:uFillTx/>
                <a:latin typeface="arial"/>
                <a:ea typeface="arial"/>
              </a:rPr>
              <a:t>and </a:t>
            </a:r>
            <a:r>
              <a:rPr lang="en-US" sz="2400" b="0" u="none" strike="noStrike">
                <a:solidFill>
                  <a:srgbClr val="013566"/>
                </a:solidFill>
                <a:effectLst/>
                <a:uFillTx/>
                <a:latin typeface="arial"/>
                <a:ea typeface="arial"/>
              </a:rPr>
              <a:t>Security</a:t>
            </a:r>
            <a:endParaRPr lang="en-US" sz="2400" b="1" u="none" strike="noStrike">
              <a:solidFill>
                <a:srgbClr val="013566"/>
              </a:solidFill>
              <a:effectLst/>
              <a:uFillTx/>
              <a:latin typeface="arial"/>
            </a:endParaRPr>
          </a:p>
          <a:p>
            <a:pPr indent="0" algn="ctr">
              <a:lnSpc>
                <a:spcPct val="125000"/>
              </a:lnSpc>
              <a:spcBef>
                <a:spcPts val="1191"/>
              </a:spcBef>
              <a:spcAft>
                <a:spcPts val="992"/>
              </a:spcAft>
              <a:buNone/>
              <a:tabLst>
                <a:tab pos="0" algn="l"/>
              </a:tabLst>
            </a:pPr>
            <a:r>
              <a:rPr lang="en-US" sz="2400" b="0" u="none" strike="noStrike">
                <a:solidFill>
                  <a:srgbClr val="013566"/>
                </a:solidFill>
                <a:effectLst/>
                <a:uFillTx/>
                <a:latin typeface="arial"/>
                <a:ea typeface="arial"/>
              </a:rPr>
              <a:t>October, </a:t>
            </a:r>
            <a:r>
              <a:rPr lang="en-US" sz="2400" b="0" u="none" strike="noStrike">
                <a:solidFill>
                  <a:srgbClr val="013566"/>
                </a:solidFill>
                <a:effectLst/>
                <a:uFillTx/>
                <a:latin typeface="arial"/>
                <a:ea typeface="arial"/>
              </a:rPr>
              <a:t>2026</a:t>
            </a:r>
            <a:endParaRPr lang="en-US" sz="2400" b="1" u="none" strike="noStrike">
              <a:solidFill>
                <a:srgbClr val="013566"/>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513000" y="673560"/>
            <a:ext cx="11165760" cy="571320"/>
          </a:xfrm>
          <a:prstGeom prst="rect">
            <a:avLst/>
          </a:prstGeom>
          <a:noFill/>
          <a:ln w="0">
            <a:noFill/>
          </a:ln>
        </p:spPr>
        <p:txBody>
          <a:bodyPr lIns="0" tIns="0" rIns="0" bIns="0" anchor="t">
            <a:noAutofit/>
          </a:bodyPr>
          <a:p>
            <a:pPr indent="0" algn="l">
              <a:lnSpc>
                <a:spcPct val="115000"/>
              </a:lnSpc>
              <a:buNone/>
            </a:pPr>
            <a:r>
              <a:rPr lang="en-US" sz="3340" b="1" u="none" strike="noStrike">
                <a:solidFill>
                  <a:srgbClr val="013566"/>
                </a:solidFill>
                <a:effectLst/>
                <a:uFillTx/>
                <a:latin typeface="Arial"/>
                <a:ea typeface="Arial"/>
              </a:rPr>
              <a:t>Speci</a:t>
            </a:r>
            <a:r>
              <a:rPr lang="en-US" sz="3340" b="1" u="none" strike="noStrike">
                <a:solidFill>
                  <a:srgbClr val="013566"/>
                </a:solidFill>
                <a:effectLst/>
                <a:uFillTx/>
                <a:latin typeface="Arial"/>
                <a:ea typeface="Arial"/>
              </a:rPr>
              <a:t>ficati</a:t>
            </a:r>
            <a:r>
              <a:rPr lang="en-US" sz="3340" b="1" u="none" strike="noStrike">
                <a:solidFill>
                  <a:srgbClr val="013566"/>
                </a:solidFill>
                <a:effectLst/>
                <a:uFillTx/>
                <a:latin typeface="Arial"/>
                <a:ea typeface="Arial"/>
              </a:rPr>
              <a:t>on </a:t>
            </a:r>
            <a:r>
              <a:rPr lang="en-US" sz="3340" b="1" u="none" strike="noStrike">
                <a:solidFill>
                  <a:srgbClr val="013566"/>
                </a:solidFill>
                <a:effectLst/>
                <a:uFillTx/>
                <a:latin typeface="Arial"/>
                <a:ea typeface="Arial"/>
              </a:rPr>
              <a:t>testin</a:t>
            </a:r>
            <a:r>
              <a:rPr lang="en-US" sz="3340" b="1" u="none" strike="noStrike">
                <a:solidFill>
                  <a:srgbClr val="013566"/>
                </a:solidFill>
                <a:effectLst/>
                <a:uFillTx/>
                <a:latin typeface="Arial"/>
                <a:ea typeface="Arial"/>
              </a:rPr>
              <a:t>g</a:t>
            </a:r>
            <a:endParaRPr lang="en-US" sz="3340" b="1" u="none" strike="noStrike">
              <a:solidFill>
                <a:srgbClr val="013566"/>
              </a:solidFill>
              <a:effectLst/>
              <a:uFillTx/>
              <a:latin typeface="Arial"/>
            </a:endParaRPr>
          </a:p>
        </p:txBody>
      </p:sp>
      <p:sp>
        <p:nvSpPr>
          <p:cNvPr id="37" name="PlaceHolder 2"/>
          <p:cNvSpPr>
            <a:spLocks noGrp="1"/>
          </p:cNvSpPr>
          <p:nvPr>
            <p:ph/>
          </p:nvPr>
        </p:nvSpPr>
        <p:spPr>
          <a:xfrm>
            <a:off x="876240" y="1655280"/>
            <a:ext cx="10477080" cy="4381200"/>
          </a:xfrm>
          <a:prstGeom prst="rect">
            <a:avLst/>
          </a:prstGeom>
          <a:noFill/>
          <a:ln w="0">
            <a:noFill/>
          </a:ln>
        </p:spPr>
        <p:txBody>
          <a:bodyPr lIns="0" tIns="0" rIns="0" bIns="0" anchor="t">
            <a:noAutofit/>
          </a:bodyPr>
          <a:p>
            <a:pPr marL="609480" indent="-304920" algn="l">
              <a:lnSpc>
                <a:spcPct val="200000"/>
              </a:lnSpc>
              <a:buClr>
                <a:srgbClr val="000000"/>
              </a:buClr>
              <a:buSzPct val="45000"/>
              <a:buFont typeface="Wingdings" charset="2"/>
              <a:buChar char=""/>
              <a:tabLst>
                <a:tab pos="0" algn="l"/>
              </a:tabLst>
            </a:pPr>
            <a:r>
              <a:rPr lang="en-US" sz="2600" b="0" u="none" strike="noStrike">
                <a:solidFill>
                  <a:srgbClr val="013566"/>
                </a:solidFill>
                <a:effectLst/>
                <a:uFillTx/>
                <a:latin typeface="arial"/>
                <a:ea typeface="arial"/>
              </a:rPr>
              <a:t>Tests come from the specified behavior.</a:t>
            </a:r>
            <a:endParaRPr lang="en-US" sz="2600" b="0" u="none" strike="noStrike">
              <a:solidFill>
                <a:srgbClr val="013566"/>
              </a:solidFill>
              <a:effectLst/>
              <a:uFillTx/>
              <a:latin typeface="arial"/>
            </a:endParaRPr>
          </a:p>
          <a:p>
            <a:pPr marL="609480" indent="-304920" algn="l">
              <a:lnSpc>
                <a:spcPct val="200000"/>
              </a:lnSpc>
              <a:buClr>
                <a:srgbClr val="000000"/>
              </a:buClr>
              <a:buSzPct val="45000"/>
              <a:buFont typeface="Wingdings" charset="2"/>
              <a:buChar char=""/>
              <a:tabLst>
                <a:tab pos="0" algn="l"/>
              </a:tabLst>
            </a:pPr>
            <a:r>
              <a:rPr lang="en-US" sz="2600" b="0" u="none" strike="noStrike">
                <a:solidFill>
                  <a:srgbClr val="013566"/>
                </a:solidFill>
                <a:effectLst/>
                <a:uFillTx/>
                <a:latin typeface="arial"/>
                <a:ea typeface="arial"/>
              </a:rPr>
              <a:t>Equivalence partitioning groups inputs that should behave similarly.</a:t>
            </a:r>
            <a:endParaRPr lang="en-US" sz="2600" b="0" u="none" strike="noStrike">
              <a:solidFill>
                <a:srgbClr val="013566"/>
              </a:solidFill>
              <a:effectLst/>
              <a:uFillTx/>
              <a:latin typeface="arial"/>
            </a:endParaRPr>
          </a:p>
          <a:p>
            <a:pPr marL="609480" indent="-304920" algn="l">
              <a:lnSpc>
                <a:spcPct val="200000"/>
              </a:lnSpc>
              <a:buClr>
                <a:srgbClr val="000000"/>
              </a:buClr>
              <a:buSzPct val="45000"/>
              <a:buFont typeface="Wingdings" charset="2"/>
              <a:buChar char=""/>
              <a:tabLst>
                <a:tab pos="0" algn="l"/>
              </a:tabLst>
            </a:pPr>
            <a:r>
              <a:rPr lang="en-US" sz="2600" b="0" u="none" strike="noStrike">
                <a:solidFill>
                  <a:srgbClr val="013566"/>
                </a:solidFill>
                <a:effectLst/>
                <a:uFillTx/>
                <a:latin typeface="arial"/>
                <a:ea typeface="arial"/>
              </a:rPr>
              <a:t>Boundary value analysis checks where the behavior changes.</a:t>
            </a:r>
            <a:endParaRPr lang="en-US" sz="2600" b="0" u="none" strike="noStrike">
              <a:solidFill>
                <a:srgbClr val="013566"/>
              </a:solidFill>
              <a:effectLst/>
              <a:uFillTx/>
              <a:latin typeface="arial"/>
            </a:endParaRPr>
          </a:p>
          <a:p>
            <a:pPr marL="609480" indent="-304920" algn="l">
              <a:lnSpc>
                <a:spcPct val="200000"/>
              </a:lnSpc>
              <a:buClr>
                <a:srgbClr val="000000"/>
              </a:buClr>
              <a:buSzPct val="45000"/>
              <a:buFont typeface="Wingdings" charset="2"/>
              <a:buChar char=""/>
              <a:tabLst>
                <a:tab pos="0" algn="l"/>
              </a:tabLst>
            </a:pPr>
            <a:r>
              <a:rPr lang="en-US" sz="2600" b="0" u="none" strike="noStrike">
                <a:solidFill>
                  <a:srgbClr val="013566"/>
                </a:solidFill>
                <a:effectLst/>
                <a:uFillTx/>
                <a:latin typeface="arial"/>
                <a:ea typeface="arial"/>
              </a:rPr>
              <a:t>Choose representative inputs, boundaries, and invalid inputs.</a:t>
            </a:r>
            <a:endParaRPr lang="en-US" sz="2600" b="0" u="none" strike="noStrike">
              <a:solidFill>
                <a:srgbClr val="013566"/>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title"/>
          </p:nvPr>
        </p:nvSpPr>
        <p:spPr>
          <a:xfrm>
            <a:off x="513000" y="673560"/>
            <a:ext cx="11165760" cy="571320"/>
          </a:xfrm>
          <a:prstGeom prst="rect">
            <a:avLst/>
          </a:prstGeom>
          <a:noFill/>
          <a:ln w="0">
            <a:noFill/>
          </a:ln>
        </p:spPr>
        <p:txBody>
          <a:bodyPr lIns="0" tIns="0" rIns="0" bIns="0" anchor="t">
            <a:noAutofit/>
          </a:bodyPr>
          <a:p>
            <a:pPr indent="0" algn="l">
              <a:lnSpc>
                <a:spcPct val="115000"/>
              </a:lnSpc>
              <a:buNone/>
            </a:pPr>
            <a:r>
              <a:rPr lang="en-US" sz="3340" b="1" u="none" strike="noStrike">
                <a:solidFill>
                  <a:srgbClr val="013566"/>
                </a:solidFill>
                <a:effectLst/>
                <a:uFillTx/>
                <a:latin typeface="Arial"/>
                <a:ea typeface="Arial"/>
              </a:rPr>
              <a:t>The </a:t>
            </a:r>
            <a:r>
              <a:rPr lang="en-US" sz="3340" b="1" u="none" strike="noStrike">
                <a:solidFill>
                  <a:srgbClr val="013566"/>
                </a:solidFill>
                <a:effectLst/>
                <a:uFillTx/>
                <a:latin typeface="Arial"/>
                <a:ea typeface="Arial"/>
              </a:rPr>
              <a:t>parki</a:t>
            </a:r>
            <a:r>
              <a:rPr lang="en-US" sz="3340" b="1" u="none" strike="noStrike">
                <a:solidFill>
                  <a:srgbClr val="013566"/>
                </a:solidFill>
                <a:effectLst/>
                <a:uFillTx/>
                <a:latin typeface="Arial"/>
                <a:ea typeface="Arial"/>
              </a:rPr>
              <a:t>ng </a:t>
            </a:r>
            <a:r>
              <a:rPr lang="en-US" sz="3340" b="1" u="none" strike="noStrike">
                <a:solidFill>
                  <a:srgbClr val="013566"/>
                </a:solidFill>
                <a:effectLst/>
                <a:uFillTx/>
                <a:latin typeface="Arial"/>
                <a:ea typeface="Arial"/>
              </a:rPr>
              <a:t>calcul</a:t>
            </a:r>
            <a:r>
              <a:rPr lang="en-US" sz="3340" b="1" u="none" strike="noStrike">
                <a:solidFill>
                  <a:srgbClr val="013566"/>
                </a:solidFill>
                <a:effectLst/>
                <a:uFillTx/>
                <a:latin typeface="Arial"/>
                <a:ea typeface="Arial"/>
              </a:rPr>
              <a:t>ator </a:t>
            </a:r>
            <a:r>
              <a:rPr lang="en-US" sz="3340" b="1" u="none" strike="noStrike">
                <a:solidFill>
                  <a:srgbClr val="013566"/>
                </a:solidFill>
                <a:effectLst/>
                <a:uFillTx/>
                <a:latin typeface="Arial"/>
                <a:ea typeface="Arial"/>
              </a:rPr>
              <a:t>speci</a:t>
            </a:r>
            <a:r>
              <a:rPr lang="en-US" sz="3340" b="1" u="none" strike="noStrike">
                <a:solidFill>
                  <a:srgbClr val="013566"/>
                </a:solidFill>
                <a:effectLst/>
                <a:uFillTx/>
                <a:latin typeface="Arial"/>
                <a:ea typeface="Arial"/>
              </a:rPr>
              <a:t>ficati</a:t>
            </a:r>
            <a:r>
              <a:rPr lang="en-US" sz="3340" b="1" u="none" strike="noStrike">
                <a:solidFill>
                  <a:srgbClr val="013566"/>
                </a:solidFill>
                <a:effectLst/>
                <a:uFillTx/>
                <a:latin typeface="Arial"/>
                <a:ea typeface="Arial"/>
              </a:rPr>
              <a:t>on</a:t>
            </a:r>
            <a:endParaRPr lang="en-US" sz="3340" b="1" u="none" strike="noStrike">
              <a:solidFill>
                <a:srgbClr val="013566"/>
              </a:solidFill>
              <a:effectLst/>
              <a:uFillTx/>
              <a:latin typeface="Arial"/>
            </a:endParaRPr>
          </a:p>
        </p:txBody>
      </p:sp>
      <p:sp>
        <p:nvSpPr>
          <p:cNvPr id="39" name="PlaceHolder 2"/>
          <p:cNvSpPr>
            <a:spLocks noGrp="1"/>
          </p:cNvSpPr>
          <p:nvPr>
            <p:ph/>
          </p:nvPr>
        </p:nvSpPr>
        <p:spPr>
          <a:xfrm>
            <a:off x="876240" y="1619280"/>
            <a:ext cx="10477080" cy="4381200"/>
          </a:xfrm>
          <a:prstGeom prst="rect">
            <a:avLst/>
          </a:prstGeom>
          <a:noFill/>
          <a:ln w="0">
            <a:noFill/>
          </a:ln>
        </p:spPr>
        <p:txBody>
          <a:bodyPr lIns="0" tIns="0" rIns="0" bIns="0" anchor="t">
            <a:noAutofit/>
          </a:bodyPr>
          <a:p>
            <a:pPr marL="609480" indent="-304920" algn="l">
              <a:lnSpc>
                <a:spcPct val="112000"/>
              </a:lnSpc>
              <a:buNone/>
              <a:tabLst>
                <a:tab pos="0" algn="l"/>
              </a:tabLst>
            </a:pPr>
            <a:r>
              <a:rPr lang="en-US" sz="2400" b="0" u="none" strike="noStrike">
                <a:solidFill>
                  <a:srgbClr val="013566"/>
                </a:solidFill>
                <a:effectLst/>
                <a:uFillTx/>
                <a:latin typeface="arial"/>
                <a:ea typeface="arial"/>
              </a:rPr>
              <a:t>Input: whole minutes from 0 through 1440 (24 hours).</a:t>
            </a:r>
            <a:endParaRPr lang="en-US" sz="2400" b="0" u="none" strike="noStrike">
              <a:solidFill>
                <a:srgbClr val="013566"/>
              </a:solidFill>
              <a:effectLst/>
              <a:uFillTx/>
              <a:latin typeface="arial"/>
            </a:endParaRPr>
          </a:p>
          <a:p>
            <a:pPr marL="609480" indent="-304920" algn="l">
              <a:lnSpc>
                <a:spcPct val="100000"/>
              </a:lnSpc>
              <a:buNone/>
              <a:tabLst>
                <a:tab pos="0" algn="l"/>
              </a:tabLst>
            </a:pPr>
            <a:endParaRPr lang="en-US" sz="2400" b="0" u="none" strike="noStrike">
              <a:solidFill>
                <a:srgbClr val="013566"/>
              </a:solidFill>
              <a:effectLst/>
              <a:uFillTx/>
              <a:latin typeface="arial"/>
            </a:endParaRPr>
          </a:p>
          <a:p>
            <a:pPr marL="609480" indent="-304920" algn="l">
              <a:lnSpc>
                <a:spcPct val="112000"/>
              </a:lnSpc>
              <a:buNone/>
              <a:tabLst>
                <a:tab pos="0" algn="l"/>
              </a:tabLst>
            </a:pPr>
            <a:r>
              <a:rPr lang="en-US" sz="2400" b="0" u="none" strike="noStrike">
                <a:solidFill>
                  <a:srgbClr val="013566"/>
                </a:solidFill>
                <a:effectLst/>
                <a:uFillTx/>
                <a:latin typeface="arial"/>
                <a:ea typeface="arial"/>
              </a:rPr>
              <a:t>Outside this range: return −1. Zero minutes: return 0.</a:t>
            </a:r>
            <a:endParaRPr lang="en-US" sz="2400" b="0" u="none" strike="noStrike">
              <a:solidFill>
                <a:srgbClr val="013566"/>
              </a:solidFill>
              <a:effectLst/>
              <a:uFillTx/>
              <a:latin typeface="arial"/>
            </a:endParaRPr>
          </a:p>
          <a:p>
            <a:pPr marL="609480" indent="-304920" algn="l">
              <a:lnSpc>
                <a:spcPct val="100000"/>
              </a:lnSpc>
              <a:buNone/>
              <a:tabLst>
                <a:tab pos="0" algn="l"/>
              </a:tabLst>
            </a:pPr>
            <a:endParaRPr lang="en-US" sz="2400" b="0" u="none" strike="noStrike">
              <a:solidFill>
                <a:srgbClr val="013566"/>
              </a:solidFill>
              <a:effectLst/>
              <a:uFillTx/>
              <a:latin typeface="arial"/>
            </a:endParaRPr>
          </a:p>
          <a:p>
            <a:pPr marL="609480" indent="-304920" algn="l">
              <a:lnSpc>
                <a:spcPct val="112000"/>
              </a:lnSpc>
              <a:buNone/>
              <a:tabLst>
                <a:tab pos="0" algn="l"/>
              </a:tabLst>
            </a:pPr>
            <a:r>
              <a:rPr lang="en-US" sz="2400" b="0" u="none" strike="noStrike">
                <a:solidFill>
                  <a:srgbClr val="013566"/>
                </a:solidFill>
                <a:effectLst/>
                <a:uFillTx/>
                <a:latin typeface="arial"/>
                <a:ea typeface="arial"/>
              </a:rPr>
              <a:t>1–60 minutes: 500 cents ($5).</a:t>
            </a:r>
            <a:endParaRPr lang="en-US" sz="2400" b="0" u="none" strike="noStrike">
              <a:solidFill>
                <a:srgbClr val="013566"/>
              </a:solidFill>
              <a:effectLst/>
              <a:uFillTx/>
              <a:latin typeface="arial"/>
            </a:endParaRPr>
          </a:p>
          <a:p>
            <a:pPr marL="609480" indent="-304920" algn="l">
              <a:lnSpc>
                <a:spcPct val="112000"/>
              </a:lnSpc>
              <a:buNone/>
              <a:tabLst>
                <a:tab pos="0" algn="l"/>
              </a:tabLst>
            </a:pPr>
            <a:r>
              <a:rPr lang="en-US" sz="2400" b="0" u="none" strike="noStrike">
                <a:solidFill>
                  <a:srgbClr val="013566"/>
                </a:solidFill>
                <a:effectLst/>
                <a:uFillTx/>
                <a:latin typeface="arial"/>
                <a:ea typeface="arial"/>
              </a:rPr>
              <a:t>Each additional started hour: add 200 cents ($2).</a:t>
            </a:r>
            <a:endParaRPr lang="en-US" sz="2400" b="0" u="none" strike="noStrike">
              <a:solidFill>
                <a:srgbClr val="013566"/>
              </a:solidFill>
              <a:effectLst/>
              <a:uFillTx/>
              <a:latin typeface="arial"/>
            </a:endParaRPr>
          </a:p>
          <a:p>
            <a:pPr marL="609480" indent="-304920" algn="l">
              <a:lnSpc>
                <a:spcPct val="100000"/>
              </a:lnSpc>
              <a:buNone/>
              <a:tabLst>
                <a:tab pos="0" algn="l"/>
              </a:tabLst>
            </a:pPr>
            <a:endParaRPr lang="en-US" sz="2400" b="0" u="none" strike="noStrike">
              <a:solidFill>
                <a:srgbClr val="013566"/>
              </a:solidFill>
              <a:effectLst/>
              <a:uFillTx/>
              <a:latin typeface="arial"/>
            </a:endParaRPr>
          </a:p>
          <a:p>
            <a:pPr marL="609480" indent="-304920" algn="l">
              <a:lnSpc>
                <a:spcPct val="112000"/>
              </a:lnSpc>
              <a:buNone/>
              <a:tabLst>
                <a:tab pos="0" algn="l"/>
              </a:tabLst>
            </a:pPr>
            <a:r>
              <a:rPr lang="en-US" sz="2400" b="0" u="none" strike="noStrike">
                <a:solidFill>
                  <a:srgbClr val="013566"/>
                </a:solidFill>
                <a:effectLst/>
                <a:uFillTx/>
                <a:latin typeface="arial"/>
                <a:ea typeface="arial"/>
              </a:rPr>
              <a:t>Output: integer cents. No daily cap.</a:t>
            </a:r>
            <a:endParaRPr lang="en-US" sz="2400" b="0" u="none" strike="noStrike">
              <a:solidFill>
                <a:srgbClr val="013566"/>
              </a:solidFill>
              <a:effectLst/>
              <a:uFillTx/>
              <a:latin typeface="arial"/>
            </a:endParaRPr>
          </a:p>
          <a:p>
            <a:pPr marL="609480" indent="-304920" algn="l">
              <a:lnSpc>
                <a:spcPct val="112000"/>
              </a:lnSpc>
              <a:buNone/>
              <a:tabLst>
                <a:tab pos="0" algn="l"/>
              </a:tabLst>
            </a:pPr>
            <a:r>
              <a:rPr lang="en-US" sz="2400" b="0" u="none" strike="noStrike">
                <a:solidFill>
                  <a:srgbClr val="013566"/>
                </a:solidFill>
                <a:effectLst/>
                <a:uFillTx/>
                <a:latin typeface="arial"/>
                <a:ea typeface="arial"/>
              </a:rPr>
              <a:t>A 24-hour stay costs 500 + 23 × 200 = 5100 cents.</a:t>
            </a:r>
            <a:endParaRPr lang="en-US" sz="2400" b="0" u="none" strike="noStrike">
              <a:solidFill>
                <a:srgbClr val="013566"/>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513000" y="673560"/>
            <a:ext cx="11165760" cy="571320"/>
          </a:xfrm>
          <a:prstGeom prst="rect">
            <a:avLst/>
          </a:prstGeom>
          <a:noFill/>
          <a:ln w="0">
            <a:noFill/>
          </a:ln>
        </p:spPr>
        <p:txBody>
          <a:bodyPr lIns="0" tIns="0" rIns="0" bIns="0" anchor="t">
            <a:noAutofit/>
          </a:bodyPr>
          <a:p>
            <a:pPr indent="0" algn="l">
              <a:lnSpc>
                <a:spcPct val="115000"/>
              </a:lnSpc>
              <a:buNone/>
            </a:pPr>
            <a:r>
              <a:rPr lang="en-US" sz="3340" b="1" u="none" strike="noStrike">
                <a:solidFill>
                  <a:srgbClr val="013566"/>
                </a:solidFill>
                <a:effectLst/>
                <a:uFillTx/>
                <a:latin typeface="Arial"/>
                <a:ea typeface="Arial"/>
              </a:rPr>
              <a:t>A test </a:t>
            </a:r>
            <a:r>
              <a:rPr lang="en-US" sz="3340" b="1" u="none" strike="noStrike">
                <a:solidFill>
                  <a:srgbClr val="013566"/>
                </a:solidFill>
                <a:effectLst/>
                <a:uFillTx/>
                <a:latin typeface="Arial"/>
                <a:ea typeface="Arial"/>
              </a:rPr>
              <a:t>plan </a:t>
            </a:r>
            <a:r>
              <a:rPr lang="en-US" sz="3340" b="1" u="none" strike="noStrike">
                <a:solidFill>
                  <a:srgbClr val="013566"/>
                </a:solidFill>
                <a:effectLst/>
                <a:uFillTx/>
                <a:latin typeface="Arial"/>
                <a:ea typeface="Arial"/>
              </a:rPr>
              <a:t>from </a:t>
            </a:r>
            <a:r>
              <a:rPr lang="en-US" sz="3340" b="1" u="none" strike="noStrike">
                <a:solidFill>
                  <a:srgbClr val="013566"/>
                </a:solidFill>
                <a:effectLst/>
                <a:uFillTx/>
                <a:latin typeface="Arial"/>
                <a:ea typeface="Arial"/>
              </a:rPr>
              <a:t>the </a:t>
            </a:r>
            <a:r>
              <a:rPr lang="en-US" sz="3340" b="1" u="none" strike="noStrike">
                <a:solidFill>
                  <a:srgbClr val="013566"/>
                </a:solidFill>
                <a:effectLst/>
                <a:uFillTx/>
                <a:latin typeface="Arial"/>
                <a:ea typeface="Arial"/>
              </a:rPr>
              <a:t>requir</a:t>
            </a:r>
            <a:r>
              <a:rPr lang="en-US" sz="3340" b="1" u="none" strike="noStrike">
                <a:solidFill>
                  <a:srgbClr val="013566"/>
                </a:solidFill>
                <a:effectLst/>
                <a:uFillTx/>
                <a:latin typeface="Arial"/>
                <a:ea typeface="Arial"/>
              </a:rPr>
              <a:t>emen</a:t>
            </a:r>
            <a:r>
              <a:rPr lang="en-US" sz="3340" b="1" u="none" strike="noStrike">
                <a:solidFill>
                  <a:srgbClr val="013566"/>
                </a:solidFill>
                <a:effectLst/>
                <a:uFillTx/>
                <a:latin typeface="Arial"/>
                <a:ea typeface="Arial"/>
              </a:rPr>
              <a:t>ts</a:t>
            </a:r>
            <a:endParaRPr lang="en-US" sz="3340" b="1" u="none" strike="noStrike">
              <a:solidFill>
                <a:srgbClr val="013566"/>
              </a:solidFill>
              <a:effectLst/>
              <a:uFillTx/>
              <a:latin typeface="Arial"/>
            </a:endParaRPr>
          </a:p>
        </p:txBody>
      </p:sp>
      <p:sp>
        <p:nvSpPr>
          <p:cNvPr id="41" name="PlaceHolder 2"/>
          <p:cNvSpPr>
            <a:spLocks noGrp="1"/>
          </p:cNvSpPr>
          <p:nvPr>
            <p:ph/>
          </p:nvPr>
        </p:nvSpPr>
        <p:spPr>
          <a:xfrm>
            <a:off x="581040" y="1562040"/>
            <a:ext cx="11029680" cy="9000"/>
          </a:xfrm>
          <a:prstGeom prst="rect">
            <a:avLst/>
          </a:prstGeom>
          <a:noFill/>
          <a:ln w="0">
            <a:noFill/>
          </a:ln>
        </p:spPr>
        <p:txBody>
          <a:bodyPr lIns="0" tIns="0" rIns="0" bIns="0" anchor="t">
            <a:noAutofit/>
          </a:bodyPr>
          <a:p>
            <a:pPr marL="609480" indent="-304920" algn="l">
              <a:buNone/>
              <a:tabLst>
                <a:tab pos="0" algn="l"/>
              </a:tabLst>
            </a:pPr>
            <a:endParaRPr lang="en-US" sz="2400" b="0" u="none" strike="noStrike">
              <a:solidFill>
                <a:srgbClr val="013566"/>
              </a:solidFill>
              <a:effectLst/>
              <a:uFillTx/>
              <a:latin typeface="arial"/>
            </a:endParaRPr>
          </a:p>
        </p:txBody>
      </p:sp>
      <p:graphicFrame>
        <p:nvGraphicFramePr>
          <p:cNvPr id="42" name=""/>
          <p:cNvGraphicFramePr/>
          <p:nvPr/>
        </p:nvGraphicFramePr>
        <p:xfrm>
          <a:off x="581040" y="1552680"/>
          <a:ext cx="11029680" cy="4699080"/>
        </p:xfrm>
        <a:graphic>
          <a:graphicData uri="http://schemas.openxmlformats.org/drawingml/2006/table">
            <a:tbl>
              <a:tblPr/>
              <a:tblGrid>
                <a:gridCol w="1380960"/>
                <a:gridCol w="2952720"/>
                <a:gridCol w="6696000"/>
              </a:tblGrid>
              <a:tr h="361800">
                <a:tc>
                  <a:txBody>
                    <a:bodyPr lIns="114120" tIns="37800" rIns="75960" bIns="37800" anchor="ctr">
                      <a:noAutofit/>
                    </a:bodyPr>
                    <a:p>
                      <a:pPr>
                        <a:lnSpc>
                          <a:spcPct val="100000"/>
                        </a:lnSpc>
                      </a:pPr>
                      <a:r>
                        <a:rPr lang="en-US" sz="1870" b="1" u="none" strike="noStrike">
                          <a:solidFill>
                            <a:srgbClr val="FFFFFF"/>
                          </a:solidFill>
                          <a:effectLst/>
                          <a:uFillTx/>
                          <a:latin typeface="arial"/>
                          <a:ea typeface="arial"/>
                        </a:rPr>
                        <a:t>Minutes</a:t>
                      </a:r>
                      <a:endParaRPr lang="en-US" sz="1870" b="0" u="none" strike="noStrike">
                        <a:solidFill>
                          <a:srgbClr val="FFFFFF"/>
                        </a:solidFill>
                        <a:effectLst/>
                        <a:uFillTx/>
                        <a:latin typeface="Arial"/>
                      </a:endParaRPr>
                    </a:p>
                  </a:txBody>
                  <a:tcPr anchor="ctr" marL="114120" marR="75960" marT="37800" marB="37800">
                    <a:lnL w="6480">
                      <a:solidFill>
                        <a:srgbClr val="B5C4D1"/>
                      </a:solidFill>
                      <a:prstDash val="solid"/>
                    </a:lnL>
                    <a:lnR w="6480">
                      <a:solidFill>
                        <a:srgbClr val="B5C4D1"/>
                      </a:solidFill>
                      <a:prstDash val="solid"/>
                    </a:lnR>
                    <a:lnT w="6480">
                      <a:solidFill>
                        <a:srgbClr val="B5C4D1"/>
                      </a:solidFill>
                      <a:prstDash val="solid"/>
                    </a:lnT>
                    <a:lnB w="6480">
                      <a:solidFill>
                        <a:srgbClr val="B5C4D1"/>
                      </a:solidFill>
                      <a:prstDash val="solid"/>
                    </a:lnB>
                    <a:solidFill>
                      <a:srgbClr val="013566"/>
                    </a:solidFill>
                  </a:tcPr>
                </a:tc>
                <a:tc>
                  <a:txBody>
                    <a:bodyPr lIns="114120" tIns="37800" rIns="75960" bIns="37800" anchor="ctr">
                      <a:noAutofit/>
                    </a:bodyPr>
                    <a:p>
                      <a:pPr>
                        <a:lnSpc>
                          <a:spcPct val="100000"/>
                        </a:lnSpc>
                      </a:pPr>
                      <a:r>
                        <a:rPr lang="en-US" sz="1870" b="1" u="none" strike="noStrike">
                          <a:solidFill>
                            <a:srgbClr val="FFFFFF"/>
                          </a:solidFill>
                          <a:effectLst/>
                          <a:uFillTx/>
                          <a:latin typeface="arial"/>
                          <a:ea typeface="arial"/>
                        </a:rPr>
                        <a:t>Expected</a:t>
                      </a:r>
                      <a:endParaRPr lang="en-US" sz="1870" b="0" u="none" strike="noStrike">
                        <a:solidFill>
                          <a:srgbClr val="FFFFFF"/>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6480">
                      <a:solidFill>
                        <a:srgbClr val="B5C4D1"/>
                      </a:solidFill>
                      <a:prstDash val="solid"/>
                    </a:lnT>
                    <a:lnB w="6480">
                      <a:solidFill>
                        <a:srgbClr val="B5C4D1"/>
                      </a:solidFill>
                      <a:prstDash val="solid"/>
                    </a:lnB>
                    <a:solidFill>
                      <a:srgbClr val="013566"/>
                    </a:solidFill>
                  </a:tcPr>
                </a:tc>
                <a:tc>
                  <a:txBody>
                    <a:bodyPr lIns="114120" tIns="37800" rIns="75960" bIns="37800" anchor="ctr">
                      <a:noAutofit/>
                    </a:bodyPr>
                    <a:p>
                      <a:pPr>
                        <a:lnSpc>
                          <a:spcPct val="100000"/>
                        </a:lnSpc>
                      </a:pPr>
                      <a:r>
                        <a:rPr lang="en-US" sz="1870" b="1" u="none" strike="noStrike">
                          <a:solidFill>
                            <a:srgbClr val="FFFFFF"/>
                          </a:solidFill>
                          <a:effectLst/>
                          <a:uFillTx/>
                          <a:latin typeface="arial"/>
                          <a:ea typeface="arial"/>
                        </a:rPr>
                        <a:t>Reason for the test</a:t>
                      </a:r>
                      <a:endParaRPr lang="en-US" sz="1870" b="0" u="none" strike="noStrike">
                        <a:solidFill>
                          <a:srgbClr val="FFFFFF"/>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6480">
                      <a:solidFill>
                        <a:srgbClr val="B5C4D1"/>
                      </a:solidFill>
                      <a:prstDash val="solid"/>
                    </a:lnT>
                    <a:lnB w="6480">
                      <a:solidFill>
                        <a:srgbClr val="B5C4D1"/>
                      </a:solidFill>
                      <a:prstDash val="solid"/>
                    </a:lnB>
                    <a:solidFill>
                      <a:srgbClr val="013566"/>
                    </a:solidFill>
                  </a:tcPr>
                </a:tc>
              </a:tr>
              <a:tr h="339480">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−1</a:t>
                      </a:r>
                      <a:endParaRPr lang="en-US" sz="1870" b="0" u="none" strike="noStrike">
                        <a:solidFill>
                          <a:srgbClr val="000000"/>
                        </a:solidFill>
                        <a:effectLst/>
                        <a:uFillTx/>
                        <a:latin typeface="Arial"/>
                      </a:endParaRPr>
                    </a:p>
                  </a:txBody>
                  <a:tcPr anchor="ctr" marL="114120" marR="75960" marT="37800" marB="3780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−1 (error)</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Just below the valid range</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r h="339480">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0</a:t>
                      </a:r>
                      <a:endParaRPr lang="en-US" sz="1870" b="0" u="none" strike="noStrike">
                        <a:solidFill>
                          <a:srgbClr val="000000"/>
                        </a:solidFill>
                        <a:effectLst/>
                        <a:uFillTx/>
                        <a:latin typeface="Arial"/>
                      </a:endParaRPr>
                    </a:p>
                  </a:txBody>
                  <a:tcPr anchor="ctr" marL="114120" marR="75960" marT="37800" marB="3780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0 cents</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Free parking boundary</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r h="339480">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1</a:t>
                      </a:r>
                      <a:endParaRPr lang="en-US" sz="1870" b="0" u="none" strike="noStrike">
                        <a:solidFill>
                          <a:srgbClr val="000000"/>
                        </a:solidFill>
                        <a:effectLst/>
                        <a:uFillTx/>
                        <a:latin typeface="Arial"/>
                      </a:endParaRPr>
                    </a:p>
                  </a:txBody>
                  <a:tcPr anchor="ctr" marL="114120" marR="75960" marT="37800" marB="3780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500 cents ($5)</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First chargeable minute</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r h="339480">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30</a:t>
                      </a:r>
                      <a:endParaRPr lang="en-US" sz="1870" b="0" u="none" strike="noStrike">
                        <a:solidFill>
                          <a:srgbClr val="000000"/>
                        </a:solidFill>
                        <a:effectLst/>
                        <a:uFillTx/>
                        <a:latin typeface="Arial"/>
                      </a:endParaRPr>
                    </a:p>
                  </a:txBody>
                  <a:tcPr anchor="ctr" marL="114120" marR="75960" marT="37800" marB="3780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500 cents ($5)</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Representative within the first hour</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r h="339480">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59</a:t>
                      </a:r>
                      <a:endParaRPr lang="en-US" sz="1870" b="0" u="none" strike="noStrike">
                        <a:solidFill>
                          <a:srgbClr val="000000"/>
                        </a:solidFill>
                        <a:effectLst/>
                        <a:uFillTx/>
                        <a:latin typeface="Arial"/>
                      </a:endParaRPr>
                    </a:p>
                  </a:txBody>
                  <a:tcPr anchor="ctr" marL="114120" marR="75960" marT="37800" marB="3780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500 cents ($5)</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Just before the first hour ends</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r h="339480">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60</a:t>
                      </a:r>
                      <a:endParaRPr lang="en-US" sz="1870" b="0" u="none" strike="noStrike">
                        <a:solidFill>
                          <a:srgbClr val="000000"/>
                        </a:solidFill>
                        <a:effectLst/>
                        <a:uFillTx/>
                        <a:latin typeface="Arial"/>
                      </a:endParaRPr>
                    </a:p>
                  </a:txBody>
                  <a:tcPr anchor="ctr" marL="114120" marR="75960" marT="37800" marB="3780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500 cents ($5)</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Exactly one hour</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r h="339480">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61</a:t>
                      </a:r>
                      <a:endParaRPr lang="en-US" sz="1870" b="0" u="none" strike="noStrike">
                        <a:solidFill>
                          <a:srgbClr val="000000"/>
                        </a:solidFill>
                        <a:effectLst/>
                        <a:uFillTx/>
                        <a:latin typeface="Arial"/>
                      </a:endParaRPr>
                    </a:p>
                  </a:txBody>
                  <a:tcPr anchor="ctr" marL="114120" marR="75960" marT="37800" marB="3780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700 cents ($7)</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Second started hour</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r h="339480">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119</a:t>
                      </a:r>
                      <a:endParaRPr lang="en-US" sz="1870" b="0" u="none" strike="noStrike">
                        <a:solidFill>
                          <a:srgbClr val="000000"/>
                        </a:solidFill>
                        <a:effectLst/>
                        <a:uFillTx/>
                        <a:latin typeface="Arial"/>
                      </a:endParaRPr>
                    </a:p>
                  </a:txBody>
                  <a:tcPr anchor="ctr" marL="114120" marR="75960" marT="37800" marB="3780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700 cents ($7)</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Just before the second hour ends</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r h="339480">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120</a:t>
                      </a:r>
                      <a:endParaRPr lang="en-US" sz="1870" b="0" u="none" strike="noStrike">
                        <a:solidFill>
                          <a:srgbClr val="000000"/>
                        </a:solidFill>
                        <a:effectLst/>
                        <a:uFillTx/>
                        <a:latin typeface="Arial"/>
                      </a:endParaRPr>
                    </a:p>
                  </a:txBody>
                  <a:tcPr anchor="ctr" marL="114120" marR="75960" marT="37800" marB="3780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700 cents ($7)</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Exactly two hours</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r h="339480">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121</a:t>
                      </a:r>
                      <a:endParaRPr lang="en-US" sz="1870" b="0" u="none" strike="noStrike">
                        <a:solidFill>
                          <a:srgbClr val="000000"/>
                        </a:solidFill>
                        <a:effectLst/>
                        <a:uFillTx/>
                        <a:latin typeface="Arial"/>
                      </a:endParaRPr>
                    </a:p>
                  </a:txBody>
                  <a:tcPr anchor="ctr" marL="114120" marR="75960" marT="37800" marB="3780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900 cents ($9)</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Third started hour</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r h="339480">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1440</a:t>
                      </a:r>
                      <a:endParaRPr lang="en-US" sz="1870" b="0" u="none" strike="noStrike">
                        <a:solidFill>
                          <a:srgbClr val="000000"/>
                        </a:solidFill>
                        <a:effectLst/>
                        <a:uFillTx/>
                        <a:latin typeface="Arial"/>
                      </a:endParaRPr>
                    </a:p>
                  </a:txBody>
                  <a:tcPr anchor="ctr" marL="114120" marR="75960" marT="37800" marB="3780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5100 cents ($51)</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Largest accepted duration</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r h="339480">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1441</a:t>
                      </a:r>
                      <a:endParaRPr lang="en-US" sz="1870" b="0" u="none" strike="noStrike">
                        <a:solidFill>
                          <a:srgbClr val="000000"/>
                        </a:solidFill>
                        <a:effectLst/>
                        <a:uFillTx/>
                        <a:latin typeface="Arial"/>
                      </a:endParaRPr>
                    </a:p>
                  </a:txBody>
                  <a:tcPr anchor="ctr" marL="114120" marR="75960" marT="37800" marB="3780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−1 (error)</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14120" tIns="37800" rIns="75960" bIns="37800" anchor="ctr">
                      <a:noAutofit/>
                    </a:bodyPr>
                    <a:p>
                      <a:pPr>
                        <a:lnSpc>
                          <a:spcPct val="100000"/>
                        </a:lnSpc>
                      </a:pPr>
                      <a:r>
                        <a:rPr lang="en-US" sz="1870" b="0" u="none" strike="noStrike">
                          <a:solidFill>
                            <a:srgbClr val="013566"/>
                          </a:solidFill>
                          <a:effectLst/>
                          <a:uFillTx/>
                          <a:latin typeface="arial"/>
                          <a:ea typeface="arial"/>
                        </a:rPr>
                        <a:t>Just above the valid range</a:t>
                      </a:r>
                      <a:endParaRPr lang="en-US" sz="1870" b="0" u="none" strike="noStrike">
                        <a:solidFill>
                          <a:srgbClr val="000000"/>
                        </a:solidFill>
                        <a:effectLst/>
                        <a:uFillTx/>
                        <a:latin typeface="Arial"/>
                      </a:endParaRPr>
                    </a:p>
                  </a:txBody>
                  <a:tcPr anchor="ctr" marL="114120" marR="75960" marT="37800" marB="3780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bl>
          </a:graphicData>
        </a:graphic>
      </p:graphicFrame>
      <p:sp>
        <p:nvSpPr>
          <p:cNvPr id="43" name="plan-summary"/>
          <p:cNvSpPr/>
          <p:nvPr/>
        </p:nvSpPr>
        <p:spPr>
          <a:xfrm>
            <a:off x="581040" y="6410160"/>
            <a:ext cx="11029680" cy="304560"/>
          </a:xfrm>
          <a:prstGeom prst="rect">
            <a:avLst/>
          </a:prstGeom>
          <a:noFill/>
          <a:ln w="0">
            <a:noFill/>
          </a:ln>
        </p:spPr>
        <p:style>
          <a:lnRef idx="0"/>
          <a:fillRef idx="0"/>
          <a:effectRef idx="0"/>
          <a:fontRef idx="minor"/>
        </p:style>
        <p:txBody>
          <a:bodyPr wrap="none" lIns="0" tIns="0" rIns="0" bIns="0" anchor="t">
            <a:noAutofit/>
          </a:bodyPr>
          <a:p>
            <a:pPr>
              <a:lnSpc>
                <a:spcPct val="115000"/>
              </a:lnSpc>
            </a:pPr>
            <a:r>
              <a:rPr lang="en-US" sz="1950" b="0" u="none" strike="noStrike">
                <a:solidFill>
                  <a:srgbClr val="013566"/>
                </a:solidFill>
                <a:effectLst/>
                <a:uFillTx/>
                <a:latin typeface="arial"/>
                <a:ea typeface="arial"/>
              </a:rPr>
              <a:t>12 cases </a:t>
            </a:r>
            <a:r>
              <a:rPr lang="en-US" sz="1950" b="0" u="none" strike="noStrike">
                <a:solidFill>
                  <a:srgbClr val="013566"/>
                </a:solidFill>
                <a:effectLst/>
                <a:uFillTx/>
                <a:latin typeface="arial"/>
                <a:ea typeface="arial"/>
              </a:rPr>
              <a:t>selected </a:t>
            </a:r>
            <a:r>
              <a:rPr lang="en-US" sz="1950" b="0" u="none" strike="noStrike">
                <a:solidFill>
                  <a:srgbClr val="013566"/>
                </a:solidFill>
                <a:effectLst/>
                <a:uFillTx/>
                <a:latin typeface="arial"/>
                <a:ea typeface="arial"/>
              </a:rPr>
              <a:t>from the </a:t>
            </a:r>
            <a:r>
              <a:rPr lang="en-US" sz="1950" b="0" u="none" strike="noStrike">
                <a:solidFill>
                  <a:srgbClr val="013566"/>
                </a:solidFill>
                <a:effectLst/>
                <a:uFillTx/>
                <a:latin typeface="arial"/>
                <a:ea typeface="arial"/>
              </a:rPr>
              <a:t>rules, </a:t>
            </a:r>
            <a:r>
              <a:rPr lang="en-US" sz="1950" b="0" u="none" strike="noStrike">
                <a:solidFill>
                  <a:srgbClr val="013566"/>
                </a:solidFill>
                <a:effectLst/>
                <a:uFillTx/>
                <a:latin typeface="arial"/>
                <a:ea typeface="arial"/>
              </a:rPr>
              <a:t>including </a:t>
            </a:r>
            <a:r>
              <a:rPr lang="en-US" sz="1950" b="0" u="none" strike="noStrike">
                <a:solidFill>
                  <a:srgbClr val="013566"/>
                </a:solidFill>
                <a:effectLst/>
                <a:uFillTx/>
                <a:latin typeface="arial"/>
                <a:ea typeface="arial"/>
              </a:rPr>
              <a:t>hourly and </a:t>
            </a:r>
            <a:r>
              <a:rPr lang="en-US" sz="1950" b="0" u="none" strike="noStrike">
                <a:solidFill>
                  <a:srgbClr val="013566"/>
                </a:solidFill>
                <a:effectLst/>
                <a:uFillTx/>
                <a:latin typeface="arial"/>
                <a:ea typeface="arial"/>
              </a:rPr>
              <a:t>input </a:t>
            </a:r>
            <a:r>
              <a:rPr lang="en-US" sz="1950" b="0" u="none" strike="noStrike">
                <a:solidFill>
                  <a:srgbClr val="013566"/>
                </a:solidFill>
                <a:effectLst/>
                <a:uFillTx/>
                <a:latin typeface="arial"/>
                <a:ea typeface="arial"/>
              </a:rPr>
              <a:t>boundarie</a:t>
            </a:r>
            <a:r>
              <a:rPr lang="en-US" sz="1950" b="0" u="none" strike="noStrike">
                <a:solidFill>
                  <a:srgbClr val="013566"/>
                </a:solidFill>
                <a:effectLst/>
                <a:uFillTx/>
                <a:latin typeface="arial"/>
                <a:ea typeface="arial"/>
              </a:rPr>
              <a:t>s.</a:t>
            </a:r>
            <a:endParaRPr lang="en-US" sz="1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513000" y="673560"/>
            <a:ext cx="11165760" cy="571320"/>
          </a:xfrm>
          <a:prstGeom prst="rect">
            <a:avLst/>
          </a:prstGeom>
          <a:noFill/>
          <a:ln w="0">
            <a:noFill/>
          </a:ln>
        </p:spPr>
        <p:txBody>
          <a:bodyPr lIns="0" tIns="0" rIns="0" bIns="0" anchor="t">
            <a:noAutofit/>
          </a:bodyPr>
          <a:p>
            <a:pPr indent="0" algn="l">
              <a:lnSpc>
                <a:spcPct val="115000"/>
              </a:lnSpc>
              <a:buNone/>
            </a:pPr>
            <a:r>
              <a:rPr lang="en-US" sz="3340" b="1" u="none" strike="noStrike">
                <a:solidFill>
                  <a:srgbClr val="013566"/>
                </a:solidFill>
                <a:effectLst/>
                <a:uFillTx/>
                <a:latin typeface="Arial"/>
                <a:ea typeface="Arial"/>
              </a:rPr>
              <a:t>The C </a:t>
            </a:r>
            <a:r>
              <a:rPr lang="en-US" sz="3340" b="1" u="none" strike="noStrike">
                <a:solidFill>
                  <a:srgbClr val="013566"/>
                </a:solidFill>
                <a:effectLst/>
                <a:uFillTx/>
                <a:latin typeface="Arial"/>
                <a:ea typeface="Arial"/>
              </a:rPr>
              <a:t>imple</a:t>
            </a:r>
            <a:r>
              <a:rPr lang="en-US" sz="3340" b="1" u="none" strike="noStrike">
                <a:solidFill>
                  <a:srgbClr val="013566"/>
                </a:solidFill>
                <a:effectLst/>
                <a:uFillTx/>
                <a:latin typeface="Arial"/>
                <a:ea typeface="Arial"/>
              </a:rPr>
              <a:t>ment</a:t>
            </a:r>
            <a:r>
              <a:rPr lang="en-US" sz="3340" b="1" u="none" strike="noStrike">
                <a:solidFill>
                  <a:srgbClr val="013566"/>
                </a:solidFill>
                <a:effectLst/>
                <a:uFillTx/>
                <a:latin typeface="Arial"/>
                <a:ea typeface="Arial"/>
              </a:rPr>
              <a:t>ation</a:t>
            </a:r>
            <a:endParaRPr lang="en-US" sz="3340" b="1" u="none" strike="noStrike">
              <a:solidFill>
                <a:srgbClr val="013566"/>
              </a:solidFill>
              <a:effectLst/>
              <a:uFillTx/>
              <a:latin typeface="Arial"/>
            </a:endParaRPr>
          </a:p>
        </p:txBody>
      </p:sp>
      <p:sp>
        <p:nvSpPr>
          <p:cNvPr id="45" name="PlaceHolder 2"/>
          <p:cNvSpPr>
            <a:spLocks noGrp="1"/>
          </p:cNvSpPr>
          <p:nvPr>
            <p:ph/>
          </p:nvPr>
        </p:nvSpPr>
        <p:spPr>
          <a:xfrm>
            <a:off x="581040" y="1562040"/>
            <a:ext cx="11029680" cy="9000"/>
          </a:xfrm>
          <a:prstGeom prst="rect">
            <a:avLst/>
          </a:prstGeom>
          <a:noFill/>
          <a:ln w="0">
            <a:noFill/>
          </a:ln>
        </p:spPr>
        <p:txBody>
          <a:bodyPr lIns="0" tIns="0" rIns="0" bIns="0" anchor="t">
            <a:noAutofit/>
          </a:bodyPr>
          <a:p>
            <a:pPr marL="609480" indent="-304920" algn="l">
              <a:buNone/>
              <a:tabLst>
                <a:tab pos="0" algn="l"/>
              </a:tabLst>
            </a:pPr>
            <a:endParaRPr lang="en-US" sz="2400" b="0" u="none" strike="noStrike">
              <a:solidFill>
                <a:srgbClr val="013566"/>
              </a:solidFill>
              <a:effectLst/>
              <a:uFillTx/>
              <a:latin typeface="arial"/>
            </a:endParaRPr>
          </a:p>
        </p:txBody>
      </p:sp>
      <p:sp>
        <p:nvSpPr>
          <p:cNvPr id="46" name="implementation-code"/>
          <p:cNvSpPr/>
          <p:nvPr/>
        </p:nvSpPr>
        <p:spPr>
          <a:xfrm>
            <a:off x="714240" y="1571760"/>
            <a:ext cx="10858320" cy="4000320"/>
          </a:xfrm>
          <a:prstGeom prst="rect">
            <a:avLst/>
          </a:prstGeom>
          <a:noFill/>
          <a:ln w="0">
            <a:noFill/>
          </a:ln>
        </p:spPr>
        <p:style>
          <a:lnRef idx="0"/>
          <a:fillRef idx="0"/>
          <a:effectRef idx="0"/>
          <a:fontRef idx="minor"/>
        </p:style>
        <p:txBody>
          <a:bodyPr wrap="none" lIns="0" tIns="0" rIns="0" bIns="0" anchor="t">
            <a:noAutofit/>
          </a:bodyPr>
          <a:p>
            <a:pPr>
              <a:lnSpc>
                <a:spcPct val="110000"/>
              </a:lnSpc>
            </a:pPr>
            <a:r>
              <a:rPr lang="en-US" sz="2100" b="0" u="none" strike="noStrike">
                <a:solidFill>
                  <a:srgbClr val="1D4ED8"/>
                </a:solidFill>
                <a:effectLst/>
                <a:uFillTx/>
                <a:latin typeface="DejaVu Sans Mono"/>
                <a:ea typeface="DejaVu Sans Mono"/>
              </a:rPr>
              <a:t>int</a:t>
            </a:r>
            <a:r>
              <a:rPr lang="en-US" sz="2100" b="0" u="none" strike="noStrike">
                <a:solidFill>
                  <a:srgbClr val="243247"/>
                </a:solidFill>
                <a:effectLst/>
                <a:uFillTx/>
                <a:latin typeface="DejaVu Sans Mono"/>
                <a:ea typeface="DejaVu Sans Mono"/>
              </a:rPr>
              <a:t> </a:t>
            </a:r>
            <a:r>
              <a:rPr lang="en-US" sz="2100" b="0" u="none" strike="noStrike">
                <a:solidFill>
                  <a:srgbClr val="6D28D9"/>
                </a:solidFill>
                <a:effectLst/>
                <a:uFillTx/>
                <a:latin typeface="DejaVu Sans Mono"/>
                <a:ea typeface="DejaVu Sans Mono"/>
              </a:rPr>
              <a:t>parking</a:t>
            </a:r>
            <a:r>
              <a:rPr lang="en-US" sz="2100" b="0" u="none" strike="noStrike">
                <a:solidFill>
                  <a:srgbClr val="6D28D9"/>
                </a:solidFill>
                <a:effectLst/>
                <a:uFillTx/>
                <a:latin typeface="DejaVu Sans Mono"/>
                <a:ea typeface="DejaVu Sans Mono"/>
              </a:rPr>
              <a:t>_charge</a:t>
            </a:r>
            <a:r>
              <a:rPr lang="en-US" sz="2100" b="0" u="none" strike="noStrike">
                <a:solidFill>
                  <a:srgbClr val="6D28D9"/>
                </a:solidFill>
                <a:effectLst/>
                <a:uFillTx/>
                <a:latin typeface="DejaVu Sans Mono"/>
                <a:ea typeface="DejaVu Sans Mono"/>
              </a:rPr>
              <a:t>_cents</a:t>
            </a:r>
            <a:r>
              <a:rPr lang="en-US" sz="2100" b="0" u="none" strike="noStrike">
                <a:solidFill>
                  <a:srgbClr val="243247"/>
                </a:solidFill>
                <a:effectLst/>
                <a:uFillTx/>
                <a:latin typeface="DejaVu Sans Mono"/>
                <a:ea typeface="DejaVu Sans Mono"/>
              </a:rPr>
              <a:t>(</a:t>
            </a:r>
            <a:r>
              <a:rPr lang="en-US" sz="2100" b="0" u="none" strike="noStrike">
                <a:solidFill>
                  <a:srgbClr val="1D4ED8"/>
                </a:solidFill>
                <a:effectLst/>
                <a:uFillTx/>
                <a:latin typeface="DejaVu Sans Mono"/>
                <a:ea typeface="DejaVu Sans Mono"/>
              </a:rPr>
              <a:t>int</a:t>
            </a:r>
            <a:r>
              <a:rPr lang="en-US" sz="2100" b="0" u="none" strike="noStrike">
                <a:solidFill>
                  <a:srgbClr val="243247"/>
                </a:solidFill>
                <a:effectLst/>
                <a:uFillTx/>
                <a:latin typeface="DejaVu Sans Mono"/>
                <a:ea typeface="DejaVu Sans Mono"/>
              </a:rPr>
              <a:t> </a:t>
            </a:r>
            <a:r>
              <a:rPr lang="en-US" sz="2100" b="0" u="none" strike="noStrike">
                <a:solidFill>
                  <a:srgbClr val="243247"/>
                </a:solidFill>
                <a:effectLst/>
                <a:uFillTx/>
                <a:latin typeface="DejaVu Sans Mono"/>
                <a:ea typeface="DejaVu Sans Mono"/>
              </a:rPr>
              <a:t>minutes</a:t>
            </a:r>
            <a:r>
              <a:rPr lang="en-US" sz="2100" b="0" u="none" strike="noStrike">
                <a:solidFill>
                  <a:srgbClr val="243247"/>
                </a:solidFill>
                <a:effectLst/>
                <a:uFillTx/>
                <a:latin typeface="DejaVu Sans Mono"/>
                <a:ea typeface="DejaVu Sans Mono"/>
              </a:rPr>
              <a:t>)</a:t>
            </a:r>
            <a:endParaRPr lang="en-US" sz="2100" b="0" u="none" strike="noStrike">
              <a:solidFill>
                <a:srgbClr val="000000"/>
              </a:solidFill>
              <a:effectLst/>
              <a:uFillTx/>
              <a:latin typeface="Arial"/>
            </a:endParaRPr>
          </a:p>
          <a:p>
            <a:pPr>
              <a:lnSpc>
                <a:spcPct val="110000"/>
              </a:lnSpc>
            </a:pPr>
            <a:r>
              <a:rPr lang="en-US" sz="2100" b="0" u="none" strike="noStrike">
                <a:solidFill>
                  <a:srgbClr val="243247"/>
                </a:solidFill>
                <a:effectLst/>
                <a:uFillTx/>
                <a:latin typeface="DejaVu Sans Mono"/>
                <a:ea typeface="DejaVu Sans Mono"/>
              </a:rPr>
              <a:t>{</a:t>
            </a:r>
            <a:endParaRPr lang="en-US" sz="2100" b="0" u="none" strike="noStrike">
              <a:solidFill>
                <a:srgbClr val="000000"/>
              </a:solidFill>
              <a:effectLst/>
              <a:uFillTx/>
              <a:latin typeface="Arial"/>
            </a:endParaRPr>
          </a:p>
          <a:p>
            <a:pPr>
              <a:lnSpc>
                <a:spcPct val="110000"/>
              </a:lnSpc>
            </a:pPr>
            <a:r>
              <a:rPr lang="en-US" sz="2100" b="0" u="none" strike="noStrike">
                <a:solidFill>
                  <a:srgbClr val="243247"/>
                </a:solidFill>
                <a:effectLst/>
                <a:uFillTx/>
                <a:latin typeface="DejaVu Sans Mono"/>
                <a:ea typeface="DejaVu Sans Mono"/>
              </a:rPr>
              <a:t>    </a:t>
            </a:r>
            <a:r>
              <a:rPr lang="en-US" sz="2100" b="0" u="none" strike="noStrike">
                <a:solidFill>
                  <a:srgbClr val="1D4ED8"/>
                </a:solidFill>
                <a:effectLst/>
                <a:uFillTx/>
                <a:latin typeface="DejaVu Sans Mono"/>
                <a:ea typeface="DejaVu Sans Mono"/>
              </a:rPr>
              <a:t>if</a:t>
            </a:r>
            <a:r>
              <a:rPr lang="en-US" sz="2100" b="0" u="none" strike="noStrike">
                <a:solidFill>
                  <a:srgbClr val="243247"/>
                </a:solidFill>
                <a:effectLst/>
                <a:uFillTx/>
                <a:latin typeface="DejaVu Sans Mono"/>
                <a:ea typeface="DejaVu Sans Mono"/>
              </a:rPr>
              <a:t> </a:t>
            </a:r>
            <a:r>
              <a:rPr lang="en-US" sz="2100" b="0" u="none" strike="noStrike">
                <a:solidFill>
                  <a:srgbClr val="243247"/>
                </a:solidFill>
                <a:effectLst/>
                <a:uFillTx/>
                <a:latin typeface="DejaVu Sans Mono"/>
                <a:ea typeface="DejaVu Sans Mono"/>
              </a:rPr>
              <a:t>(minute</a:t>
            </a:r>
            <a:r>
              <a:rPr lang="en-US" sz="2100" b="0" u="none" strike="noStrike">
                <a:solidFill>
                  <a:srgbClr val="243247"/>
                </a:solidFill>
                <a:effectLst/>
                <a:uFillTx/>
                <a:latin typeface="DejaVu Sans Mono"/>
                <a:ea typeface="DejaVu Sans Mono"/>
              </a:rPr>
              <a:t>s &lt; </a:t>
            </a:r>
            <a:r>
              <a:rPr lang="en-US" sz="2100" b="0" u="none" strike="noStrike">
                <a:solidFill>
                  <a:srgbClr val="A3470A"/>
                </a:solidFill>
                <a:effectLst/>
                <a:uFillTx/>
                <a:latin typeface="DejaVu Sans Mono"/>
                <a:ea typeface="DejaVu Sans Mono"/>
              </a:rPr>
              <a:t>0</a:t>
            </a:r>
            <a:r>
              <a:rPr lang="en-US" sz="2100" b="0" u="none" strike="noStrike">
                <a:solidFill>
                  <a:srgbClr val="243247"/>
                </a:solidFill>
                <a:effectLst/>
                <a:uFillTx/>
                <a:latin typeface="DejaVu Sans Mono"/>
                <a:ea typeface="DejaVu Sans Mono"/>
              </a:rPr>
              <a:t> </a:t>
            </a:r>
            <a:r>
              <a:rPr lang="en-US" sz="2100" b="0" u="none" strike="noStrike">
                <a:solidFill>
                  <a:srgbClr val="243247"/>
                </a:solidFill>
                <a:effectLst/>
                <a:uFillTx/>
                <a:latin typeface="DejaVu Sans Mono"/>
                <a:ea typeface="DejaVu Sans Mono"/>
              </a:rPr>
              <a:t>|| </a:t>
            </a:r>
            <a:r>
              <a:rPr lang="en-US" sz="2100" b="0" u="none" strike="noStrike">
                <a:solidFill>
                  <a:srgbClr val="243247"/>
                </a:solidFill>
                <a:effectLst/>
                <a:uFillTx/>
                <a:latin typeface="DejaVu Sans Mono"/>
                <a:ea typeface="DejaVu Sans Mono"/>
              </a:rPr>
              <a:t>minutes </a:t>
            </a:r>
            <a:r>
              <a:rPr lang="en-US" sz="2100" b="0" u="none" strike="noStrike">
                <a:solidFill>
                  <a:srgbClr val="243247"/>
                </a:solidFill>
                <a:effectLst/>
                <a:uFillTx/>
                <a:latin typeface="DejaVu Sans Mono"/>
                <a:ea typeface="DejaVu Sans Mono"/>
              </a:rPr>
              <a:t>&gt; </a:t>
            </a:r>
            <a:r>
              <a:rPr lang="en-US" sz="2100" b="0" u="none" strike="noStrike">
                <a:solidFill>
                  <a:srgbClr val="A3470A"/>
                </a:solidFill>
                <a:effectLst/>
                <a:uFillTx/>
                <a:latin typeface="DejaVu Sans Mono"/>
                <a:ea typeface="DejaVu Sans Mono"/>
              </a:rPr>
              <a:t>1440</a:t>
            </a:r>
            <a:r>
              <a:rPr lang="en-US" sz="2100" b="0" u="none" strike="noStrike">
                <a:solidFill>
                  <a:srgbClr val="243247"/>
                </a:solidFill>
                <a:effectLst/>
                <a:uFillTx/>
                <a:latin typeface="DejaVu Sans Mono"/>
                <a:ea typeface="DejaVu Sans Mono"/>
              </a:rPr>
              <a:t>)</a:t>
            </a:r>
            <a:endParaRPr lang="en-US" sz="2100" b="0" u="none" strike="noStrike">
              <a:solidFill>
                <a:srgbClr val="000000"/>
              </a:solidFill>
              <a:effectLst/>
              <a:uFillTx/>
              <a:latin typeface="Arial"/>
            </a:endParaRPr>
          </a:p>
          <a:p>
            <a:pPr>
              <a:lnSpc>
                <a:spcPct val="110000"/>
              </a:lnSpc>
            </a:pPr>
            <a:r>
              <a:rPr lang="en-US" sz="2100" b="0" u="none" strike="noStrike">
                <a:solidFill>
                  <a:srgbClr val="243247"/>
                </a:solidFill>
                <a:effectLst/>
                <a:uFillTx/>
                <a:latin typeface="DejaVu Sans Mono"/>
                <a:ea typeface="DejaVu Sans Mono"/>
              </a:rPr>
              <a:t>        </a:t>
            </a:r>
            <a:r>
              <a:rPr lang="en-US" sz="2100" b="0" u="none" strike="noStrike">
                <a:solidFill>
                  <a:srgbClr val="1D4ED8"/>
                </a:solidFill>
                <a:effectLst/>
                <a:uFillTx/>
                <a:latin typeface="DejaVu Sans Mono"/>
                <a:ea typeface="DejaVu Sans Mono"/>
              </a:rPr>
              <a:t>return</a:t>
            </a:r>
            <a:r>
              <a:rPr lang="en-US" sz="2100" b="0" u="none" strike="noStrike">
                <a:solidFill>
                  <a:srgbClr val="243247"/>
                </a:solidFill>
                <a:effectLst/>
                <a:uFillTx/>
                <a:latin typeface="DejaVu Sans Mono"/>
                <a:ea typeface="DejaVu Sans Mono"/>
              </a:rPr>
              <a:t> </a:t>
            </a:r>
            <a:r>
              <a:rPr lang="en-US" sz="2100" b="0" u="none" strike="noStrike">
                <a:solidFill>
                  <a:srgbClr val="243247"/>
                </a:solidFill>
                <a:effectLst/>
                <a:uFillTx/>
                <a:latin typeface="DejaVu Sans Mono"/>
                <a:ea typeface="DejaVu Sans Mono"/>
              </a:rPr>
              <a:t>-</a:t>
            </a:r>
            <a:r>
              <a:rPr lang="en-US" sz="2100" b="0" u="none" strike="noStrike">
                <a:solidFill>
                  <a:srgbClr val="A3470A"/>
                </a:solidFill>
                <a:effectLst/>
                <a:uFillTx/>
                <a:latin typeface="DejaVu Sans Mono"/>
                <a:ea typeface="DejaVu Sans Mono"/>
              </a:rPr>
              <a:t>1</a:t>
            </a:r>
            <a:r>
              <a:rPr lang="en-US" sz="2100" b="0" u="none" strike="noStrike">
                <a:solidFill>
                  <a:srgbClr val="243247"/>
                </a:solidFill>
                <a:effectLst/>
                <a:uFillTx/>
                <a:latin typeface="DejaVu Sans Mono"/>
                <a:ea typeface="DejaVu Sans Mono"/>
              </a:rPr>
              <a:t>;</a:t>
            </a:r>
            <a:endParaRPr lang="en-US" sz="2100" b="0" u="none" strike="noStrike">
              <a:solidFill>
                <a:srgbClr val="000000"/>
              </a:solidFill>
              <a:effectLst/>
              <a:uFillTx/>
              <a:latin typeface="Arial"/>
            </a:endParaRPr>
          </a:p>
          <a:p>
            <a:pPr>
              <a:lnSpc>
                <a:spcPct val="100000"/>
              </a:lnSpc>
            </a:pPr>
            <a:endParaRPr lang="en-US" sz="2100" b="0" u="none" strike="noStrike">
              <a:solidFill>
                <a:srgbClr val="000000"/>
              </a:solidFill>
              <a:effectLst/>
              <a:uFillTx/>
              <a:latin typeface="Arial"/>
            </a:endParaRPr>
          </a:p>
          <a:p>
            <a:pPr>
              <a:lnSpc>
                <a:spcPct val="110000"/>
              </a:lnSpc>
            </a:pPr>
            <a:r>
              <a:rPr lang="en-US" sz="2100" b="0" u="none" strike="noStrike">
                <a:solidFill>
                  <a:srgbClr val="243247"/>
                </a:solidFill>
                <a:effectLst/>
                <a:uFillTx/>
                <a:latin typeface="DejaVu Sans Mono"/>
                <a:ea typeface="DejaVu Sans Mono"/>
              </a:rPr>
              <a:t>    </a:t>
            </a:r>
            <a:r>
              <a:rPr lang="en-US" sz="2100" b="0" u="none" strike="noStrike">
                <a:solidFill>
                  <a:srgbClr val="1D4ED8"/>
                </a:solidFill>
                <a:effectLst/>
                <a:uFillTx/>
                <a:latin typeface="DejaVu Sans Mono"/>
                <a:ea typeface="DejaVu Sans Mono"/>
              </a:rPr>
              <a:t>if</a:t>
            </a:r>
            <a:r>
              <a:rPr lang="en-US" sz="2100" b="0" u="none" strike="noStrike">
                <a:solidFill>
                  <a:srgbClr val="243247"/>
                </a:solidFill>
                <a:effectLst/>
                <a:uFillTx/>
                <a:latin typeface="DejaVu Sans Mono"/>
                <a:ea typeface="DejaVu Sans Mono"/>
              </a:rPr>
              <a:t> </a:t>
            </a:r>
            <a:r>
              <a:rPr lang="en-US" sz="2100" b="0" u="none" strike="noStrike">
                <a:solidFill>
                  <a:srgbClr val="243247"/>
                </a:solidFill>
                <a:effectLst/>
                <a:uFillTx/>
                <a:latin typeface="DejaVu Sans Mono"/>
                <a:ea typeface="DejaVu Sans Mono"/>
              </a:rPr>
              <a:t>(minute</a:t>
            </a:r>
            <a:r>
              <a:rPr lang="en-US" sz="2100" b="0" u="none" strike="noStrike">
                <a:solidFill>
                  <a:srgbClr val="243247"/>
                </a:solidFill>
                <a:effectLst/>
                <a:uFillTx/>
                <a:latin typeface="DejaVu Sans Mono"/>
                <a:ea typeface="DejaVu Sans Mono"/>
              </a:rPr>
              <a:t>s == </a:t>
            </a:r>
            <a:r>
              <a:rPr lang="en-US" sz="2100" b="0" u="none" strike="noStrike">
                <a:solidFill>
                  <a:srgbClr val="A3470A"/>
                </a:solidFill>
                <a:effectLst/>
                <a:uFillTx/>
                <a:latin typeface="DejaVu Sans Mono"/>
                <a:ea typeface="DejaVu Sans Mono"/>
              </a:rPr>
              <a:t>0</a:t>
            </a:r>
            <a:r>
              <a:rPr lang="en-US" sz="2100" b="0" u="none" strike="noStrike">
                <a:solidFill>
                  <a:srgbClr val="243247"/>
                </a:solidFill>
                <a:effectLst/>
                <a:uFillTx/>
                <a:latin typeface="DejaVu Sans Mono"/>
                <a:ea typeface="DejaVu Sans Mono"/>
              </a:rPr>
              <a:t>)</a:t>
            </a:r>
            <a:endParaRPr lang="en-US" sz="2100" b="0" u="none" strike="noStrike">
              <a:solidFill>
                <a:srgbClr val="000000"/>
              </a:solidFill>
              <a:effectLst/>
              <a:uFillTx/>
              <a:latin typeface="Arial"/>
            </a:endParaRPr>
          </a:p>
          <a:p>
            <a:pPr>
              <a:lnSpc>
                <a:spcPct val="110000"/>
              </a:lnSpc>
            </a:pPr>
            <a:r>
              <a:rPr lang="en-US" sz="2100" b="0" u="none" strike="noStrike">
                <a:solidFill>
                  <a:srgbClr val="243247"/>
                </a:solidFill>
                <a:effectLst/>
                <a:uFillTx/>
                <a:latin typeface="DejaVu Sans Mono"/>
                <a:ea typeface="DejaVu Sans Mono"/>
              </a:rPr>
              <a:t>        </a:t>
            </a:r>
            <a:r>
              <a:rPr lang="en-US" sz="2100" b="0" u="none" strike="noStrike">
                <a:solidFill>
                  <a:srgbClr val="1D4ED8"/>
                </a:solidFill>
                <a:effectLst/>
                <a:uFillTx/>
                <a:latin typeface="DejaVu Sans Mono"/>
                <a:ea typeface="DejaVu Sans Mono"/>
              </a:rPr>
              <a:t>return</a:t>
            </a:r>
            <a:r>
              <a:rPr lang="en-US" sz="2100" b="0" u="none" strike="noStrike">
                <a:solidFill>
                  <a:srgbClr val="243247"/>
                </a:solidFill>
                <a:effectLst/>
                <a:uFillTx/>
                <a:latin typeface="DejaVu Sans Mono"/>
                <a:ea typeface="DejaVu Sans Mono"/>
              </a:rPr>
              <a:t> </a:t>
            </a:r>
            <a:r>
              <a:rPr lang="en-US" sz="2100" b="0" u="none" strike="noStrike">
                <a:solidFill>
                  <a:srgbClr val="A3470A"/>
                </a:solidFill>
                <a:effectLst/>
                <a:uFillTx/>
                <a:latin typeface="DejaVu Sans Mono"/>
                <a:ea typeface="DejaVu Sans Mono"/>
              </a:rPr>
              <a:t>0</a:t>
            </a:r>
            <a:r>
              <a:rPr lang="en-US" sz="2100" b="0" u="none" strike="noStrike">
                <a:solidFill>
                  <a:srgbClr val="243247"/>
                </a:solidFill>
                <a:effectLst/>
                <a:uFillTx/>
                <a:latin typeface="DejaVu Sans Mono"/>
                <a:ea typeface="DejaVu Sans Mono"/>
              </a:rPr>
              <a:t>;</a:t>
            </a:r>
            <a:endParaRPr lang="en-US" sz="2100" b="0" u="none" strike="noStrike">
              <a:solidFill>
                <a:srgbClr val="000000"/>
              </a:solidFill>
              <a:effectLst/>
              <a:uFillTx/>
              <a:latin typeface="Arial"/>
            </a:endParaRPr>
          </a:p>
          <a:p>
            <a:pPr>
              <a:lnSpc>
                <a:spcPct val="100000"/>
              </a:lnSpc>
            </a:pPr>
            <a:endParaRPr lang="en-US" sz="2100" b="0" u="none" strike="noStrike">
              <a:solidFill>
                <a:srgbClr val="000000"/>
              </a:solidFill>
              <a:effectLst/>
              <a:uFillTx/>
              <a:latin typeface="Arial"/>
            </a:endParaRPr>
          </a:p>
          <a:p>
            <a:pPr>
              <a:lnSpc>
                <a:spcPct val="110000"/>
              </a:lnSpc>
            </a:pPr>
            <a:r>
              <a:rPr lang="en-US" sz="2100" b="0" u="none" strike="noStrike">
                <a:solidFill>
                  <a:srgbClr val="243247"/>
                </a:solidFill>
                <a:effectLst/>
                <a:uFillTx/>
                <a:latin typeface="DejaVu Sans Mono"/>
                <a:ea typeface="DejaVu Sans Mono"/>
              </a:rPr>
              <a:t>    </a:t>
            </a:r>
            <a:r>
              <a:rPr lang="en-US" sz="2100" b="0" u="none" strike="noStrike">
                <a:solidFill>
                  <a:srgbClr val="1D4ED8"/>
                </a:solidFill>
                <a:effectLst/>
                <a:uFillTx/>
                <a:latin typeface="DejaVu Sans Mono"/>
                <a:ea typeface="DejaVu Sans Mono"/>
              </a:rPr>
              <a:t>int</a:t>
            </a:r>
            <a:r>
              <a:rPr lang="en-US" sz="2100" b="0" u="none" strike="noStrike">
                <a:solidFill>
                  <a:srgbClr val="243247"/>
                </a:solidFill>
                <a:effectLst/>
                <a:uFillTx/>
                <a:latin typeface="DejaVu Sans Mono"/>
                <a:ea typeface="DejaVu Sans Mono"/>
              </a:rPr>
              <a:t> </a:t>
            </a:r>
            <a:r>
              <a:rPr lang="en-US" sz="2100" b="0" u="none" strike="noStrike">
                <a:solidFill>
                  <a:srgbClr val="243247"/>
                </a:solidFill>
                <a:effectLst/>
                <a:uFillTx/>
                <a:latin typeface="DejaVu Sans Mono"/>
                <a:ea typeface="DejaVu Sans Mono"/>
              </a:rPr>
              <a:t>additio</a:t>
            </a:r>
            <a:r>
              <a:rPr lang="en-US" sz="2100" b="0" u="none" strike="noStrike">
                <a:solidFill>
                  <a:srgbClr val="243247"/>
                </a:solidFill>
                <a:effectLst/>
                <a:uFillTx/>
                <a:latin typeface="DejaVu Sans Mono"/>
                <a:ea typeface="DejaVu Sans Mono"/>
              </a:rPr>
              <a:t>nal_hou</a:t>
            </a:r>
            <a:r>
              <a:rPr lang="en-US" sz="2100" b="0" u="none" strike="noStrike">
                <a:solidFill>
                  <a:srgbClr val="243247"/>
                </a:solidFill>
                <a:effectLst/>
                <a:uFillTx/>
                <a:latin typeface="DejaVu Sans Mono"/>
                <a:ea typeface="DejaVu Sans Mono"/>
              </a:rPr>
              <a:t>rs = </a:t>
            </a:r>
            <a:r>
              <a:rPr lang="en-US" sz="2100" b="0" u="none" strike="noStrike">
                <a:solidFill>
                  <a:srgbClr val="243247"/>
                </a:solidFill>
                <a:effectLst/>
                <a:uFillTx/>
                <a:latin typeface="DejaVu Sans Mono"/>
                <a:ea typeface="DejaVu Sans Mono"/>
              </a:rPr>
              <a:t>(minute</a:t>
            </a:r>
            <a:r>
              <a:rPr lang="en-US" sz="2100" b="0" u="none" strike="noStrike">
                <a:solidFill>
                  <a:srgbClr val="243247"/>
                </a:solidFill>
                <a:effectLst/>
                <a:uFillTx/>
                <a:latin typeface="DejaVu Sans Mono"/>
                <a:ea typeface="DejaVu Sans Mono"/>
              </a:rPr>
              <a:t>s - </a:t>
            </a:r>
            <a:r>
              <a:rPr lang="en-US" sz="2100" b="0" u="none" strike="noStrike">
                <a:solidFill>
                  <a:srgbClr val="A3470A"/>
                </a:solidFill>
                <a:effectLst/>
                <a:uFillTx/>
                <a:latin typeface="DejaVu Sans Mono"/>
                <a:ea typeface="DejaVu Sans Mono"/>
              </a:rPr>
              <a:t>1</a:t>
            </a:r>
            <a:r>
              <a:rPr lang="en-US" sz="2100" b="0" u="none" strike="noStrike">
                <a:solidFill>
                  <a:srgbClr val="243247"/>
                </a:solidFill>
                <a:effectLst/>
                <a:uFillTx/>
                <a:latin typeface="DejaVu Sans Mono"/>
                <a:ea typeface="DejaVu Sans Mono"/>
              </a:rPr>
              <a:t>) / </a:t>
            </a:r>
            <a:r>
              <a:rPr lang="en-US" sz="2100" b="0" u="none" strike="noStrike">
                <a:solidFill>
                  <a:srgbClr val="A3470A"/>
                </a:solidFill>
                <a:effectLst/>
                <a:uFillTx/>
                <a:latin typeface="DejaVu Sans Mono"/>
                <a:ea typeface="DejaVu Sans Mono"/>
              </a:rPr>
              <a:t>60</a:t>
            </a:r>
            <a:r>
              <a:rPr lang="en-US" sz="2100" b="0" u="none" strike="noStrike">
                <a:solidFill>
                  <a:srgbClr val="243247"/>
                </a:solidFill>
                <a:effectLst/>
                <a:uFillTx/>
                <a:latin typeface="DejaVu Sans Mono"/>
                <a:ea typeface="DejaVu Sans Mono"/>
              </a:rPr>
              <a:t>;</a:t>
            </a:r>
            <a:endParaRPr lang="en-US" sz="2100" b="0" u="none" strike="noStrike">
              <a:solidFill>
                <a:srgbClr val="000000"/>
              </a:solidFill>
              <a:effectLst/>
              <a:uFillTx/>
              <a:latin typeface="Arial"/>
            </a:endParaRPr>
          </a:p>
          <a:p>
            <a:pPr>
              <a:lnSpc>
                <a:spcPct val="100000"/>
              </a:lnSpc>
            </a:pPr>
            <a:endParaRPr lang="en-US" sz="2100" b="0" u="none" strike="noStrike">
              <a:solidFill>
                <a:srgbClr val="000000"/>
              </a:solidFill>
              <a:effectLst/>
              <a:uFillTx/>
              <a:latin typeface="Arial"/>
            </a:endParaRPr>
          </a:p>
          <a:p>
            <a:pPr>
              <a:lnSpc>
                <a:spcPct val="110000"/>
              </a:lnSpc>
            </a:pPr>
            <a:r>
              <a:rPr lang="en-US" sz="2100" b="0" u="none" strike="noStrike">
                <a:solidFill>
                  <a:srgbClr val="243247"/>
                </a:solidFill>
                <a:effectLst/>
                <a:uFillTx/>
                <a:latin typeface="DejaVu Sans Mono"/>
                <a:ea typeface="DejaVu Sans Mono"/>
              </a:rPr>
              <a:t>    </a:t>
            </a:r>
            <a:r>
              <a:rPr lang="en-US" sz="2100" b="0" u="none" strike="noStrike">
                <a:solidFill>
                  <a:srgbClr val="1D4ED8"/>
                </a:solidFill>
                <a:effectLst/>
                <a:uFillTx/>
                <a:latin typeface="DejaVu Sans Mono"/>
                <a:ea typeface="DejaVu Sans Mono"/>
              </a:rPr>
              <a:t>return</a:t>
            </a:r>
            <a:r>
              <a:rPr lang="en-US" sz="2100" b="0" u="none" strike="noStrike">
                <a:solidFill>
                  <a:srgbClr val="243247"/>
                </a:solidFill>
                <a:effectLst/>
                <a:uFillTx/>
                <a:latin typeface="DejaVu Sans Mono"/>
                <a:ea typeface="DejaVu Sans Mono"/>
              </a:rPr>
              <a:t> </a:t>
            </a:r>
            <a:r>
              <a:rPr lang="en-US" sz="2100" b="0" u="none" strike="noStrike">
                <a:solidFill>
                  <a:srgbClr val="A3470A"/>
                </a:solidFill>
                <a:effectLst/>
                <a:uFillTx/>
                <a:latin typeface="DejaVu Sans Mono"/>
                <a:ea typeface="DejaVu Sans Mono"/>
              </a:rPr>
              <a:t>500</a:t>
            </a:r>
            <a:r>
              <a:rPr lang="en-US" sz="2100" b="0" u="none" strike="noStrike">
                <a:solidFill>
                  <a:srgbClr val="243247"/>
                </a:solidFill>
                <a:effectLst/>
                <a:uFillTx/>
                <a:latin typeface="DejaVu Sans Mono"/>
                <a:ea typeface="DejaVu Sans Mono"/>
              </a:rPr>
              <a:t> + </a:t>
            </a:r>
            <a:r>
              <a:rPr lang="en-US" sz="2100" b="0" u="none" strike="noStrike">
                <a:solidFill>
                  <a:srgbClr val="A3470A"/>
                </a:solidFill>
                <a:effectLst/>
                <a:uFillTx/>
                <a:latin typeface="DejaVu Sans Mono"/>
                <a:ea typeface="DejaVu Sans Mono"/>
              </a:rPr>
              <a:t>200</a:t>
            </a:r>
            <a:r>
              <a:rPr lang="en-US" sz="2100" b="0" u="none" strike="noStrike">
                <a:solidFill>
                  <a:srgbClr val="243247"/>
                </a:solidFill>
                <a:effectLst/>
                <a:uFillTx/>
                <a:latin typeface="DejaVu Sans Mono"/>
                <a:ea typeface="DejaVu Sans Mono"/>
              </a:rPr>
              <a:t> * </a:t>
            </a:r>
            <a:r>
              <a:rPr lang="en-US" sz="2100" b="0" u="none" strike="noStrike">
                <a:solidFill>
                  <a:srgbClr val="243247"/>
                </a:solidFill>
                <a:effectLst/>
                <a:uFillTx/>
                <a:latin typeface="DejaVu Sans Mono"/>
                <a:ea typeface="DejaVu Sans Mono"/>
              </a:rPr>
              <a:t>additio</a:t>
            </a:r>
            <a:r>
              <a:rPr lang="en-US" sz="2100" b="0" u="none" strike="noStrike">
                <a:solidFill>
                  <a:srgbClr val="243247"/>
                </a:solidFill>
                <a:effectLst/>
                <a:uFillTx/>
                <a:latin typeface="DejaVu Sans Mono"/>
                <a:ea typeface="DejaVu Sans Mono"/>
              </a:rPr>
              <a:t>nal_hou</a:t>
            </a:r>
            <a:r>
              <a:rPr lang="en-US" sz="2100" b="0" u="none" strike="noStrike">
                <a:solidFill>
                  <a:srgbClr val="243247"/>
                </a:solidFill>
                <a:effectLst/>
                <a:uFillTx/>
                <a:latin typeface="DejaVu Sans Mono"/>
                <a:ea typeface="DejaVu Sans Mono"/>
              </a:rPr>
              <a:t>rs;</a:t>
            </a:r>
            <a:endParaRPr lang="en-US" sz="2100" b="0" u="none" strike="noStrike">
              <a:solidFill>
                <a:srgbClr val="000000"/>
              </a:solidFill>
              <a:effectLst/>
              <a:uFillTx/>
              <a:latin typeface="Arial"/>
            </a:endParaRPr>
          </a:p>
          <a:p>
            <a:pPr>
              <a:lnSpc>
                <a:spcPct val="110000"/>
              </a:lnSpc>
            </a:pPr>
            <a:r>
              <a:rPr lang="en-US" sz="2100" b="0" u="none" strike="noStrike">
                <a:solidFill>
                  <a:srgbClr val="243247"/>
                </a:solidFill>
                <a:effectLst/>
                <a:uFillTx/>
                <a:latin typeface="DejaVu Sans Mono"/>
                <a:ea typeface="DejaVu Sans Mono"/>
              </a:rPr>
              <a:t>}</a:t>
            </a:r>
            <a:endParaRPr lang="en-US" sz="2100" b="0" u="none" strike="noStrike">
              <a:solidFill>
                <a:srgbClr val="000000"/>
              </a:solidFill>
              <a:effectLst/>
              <a:uFillTx/>
              <a:latin typeface="Arial"/>
            </a:endParaRPr>
          </a:p>
        </p:txBody>
      </p:sp>
      <p:sp>
        <p:nvSpPr>
          <p:cNvPr id="47" name="implementation-explanation"/>
          <p:cNvSpPr/>
          <p:nvPr/>
        </p:nvSpPr>
        <p:spPr>
          <a:xfrm>
            <a:off x="714240" y="5762520"/>
            <a:ext cx="10858320" cy="685440"/>
          </a:xfrm>
          <a:prstGeom prst="rect">
            <a:avLst/>
          </a:prstGeom>
          <a:noFill/>
          <a:ln w="0">
            <a:noFill/>
          </a:ln>
        </p:spPr>
        <p:style>
          <a:lnRef idx="0"/>
          <a:fillRef idx="0"/>
          <a:effectRef idx="0"/>
          <a:fontRef idx="minor"/>
        </p:style>
        <p:txBody>
          <a:bodyPr wrap="none" lIns="0" tIns="0" rIns="0" bIns="0" anchor="t">
            <a:noAutofit/>
          </a:bodyPr>
          <a:p>
            <a:pPr>
              <a:lnSpc>
                <a:spcPct val="110000"/>
              </a:lnSpc>
            </a:pPr>
            <a:r>
              <a:rPr lang="en-US" sz="2170" b="0" u="none" strike="noStrike">
                <a:solidFill>
                  <a:srgbClr val="013566"/>
                </a:solidFill>
                <a:effectLst/>
                <a:uFillTx/>
                <a:latin typeface="arial"/>
                <a:ea typeface="arial"/>
              </a:rPr>
              <a:t>At 60 minutes: (60 − 1) / 60 = 0 additional hours.</a:t>
            </a:r>
            <a:endParaRPr lang="en-US" sz="2170" b="0" u="none" strike="noStrike">
              <a:solidFill>
                <a:srgbClr val="000000"/>
              </a:solidFill>
              <a:effectLst/>
              <a:uFillTx/>
              <a:latin typeface="Arial"/>
            </a:endParaRPr>
          </a:p>
          <a:p>
            <a:pPr>
              <a:lnSpc>
                <a:spcPct val="110000"/>
              </a:lnSpc>
            </a:pPr>
            <a:r>
              <a:rPr lang="en-US" sz="2170" b="0" u="none" strike="noStrike">
                <a:solidFill>
                  <a:srgbClr val="013566"/>
                </a:solidFill>
                <a:effectLst/>
                <a:uFillTx/>
                <a:latin typeface="arial"/>
                <a:ea typeface="arial"/>
              </a:rPr>
              <a:t>At 61 minutes: (61 − 1) / 60 = 1 additional hour.</a:t>
            </a:r>
            <a:endParaRPr lang="en-US" sz="217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513000" y="673560"/>
            <a:ext cx="11165760" cy="571320"/>
          </a:xfrm>
          <a:prstGeom prst="rect">
            <a:avLst/>
          </a:prstGeom>
          <a:noFill/>
          <a:ln w="0">
            <a:noFill/>
          </a:ln>
        </p:spPr>
        <p:txBody>
          <a:bodyPr lIns="0" tIns="0" rIns="0" bIns="0" anchor="t">
            <a:noAutofit/>
          </a:bodyPr>
          <a:p>
            <a:pPr indent="0" algn="l">
              <a:lnSpc>
                <a:spcPct val="115000"/>
              </a:lnSpc>
              <a:buNone/>
            </a:pPr>
            <a:r>
              <a:rPr lang="en-US" sz="3340" b="1" u="none" strike="noStrike">
                <a:solidFill>
                  <a:srgbClr val="013566"/>
                </a:solidFill>
                <a:effectLst/>
                <a:uFillTx/>
                <a:latin typeface="Arial"/>
                <a:ea typeface="Arial"/>
              </a:rPr>
              <a:t>An automated test with cmocka</a:t>
            </a:r>
            <a:endParaRPr lang="en-US" sz="3340" b="1" u="none" strike="noStrike">
              <a:solidFill>
                <a:srgbClr val="013566"/>
              </a:solidFill>
              <a:effectLst/>
              <a:uFillTx/>
              <a:latin typeface="Arial"/>
            </a:endParaRPr>
          </a:p>
        </p:txBody>
      </p:sp>
      <p:sp>
        <p:nvSpPr>
          <p:cNvPr id="49" name="PlaceHolder 2"/>
          <p:cNvSpPr>
            <a:spLocks noGrp="1"/>
          </p:cNvSpPr>
          <p:nvPr>
            <p:ph/>
          </p:nvPr>
        </p:nvSpPr>
        <p:spPr>
          <a:xfrm>
            <a:off x="581040" y="1562040"/>
            <a:ext cx="11029680" cy="9000"/>
          </a:xfrm>
          <a:prstGeom prst="rect">
            <a:avLst/>
          </a:prstGeom>
          <a:noFill/>
          <a:ln w="0">
            <a:noFill/>
          </a:ln>
        </p:spPr>
        <p:txBody>
          <a:bodyPr lIns="0" tIns="0" rIns="0" bIns="0" anchor="t">
            <a:noAutofit/>
          </a:bodyPr>
          <a:p>
            <a:pPr marL="609480" indent="-304920" algn="l">
              <a:buNone/>
              <a:tabLst>
                <a:tab pos="0" algn="l"/>
              </a:tabLst>
            </a:pPr>
            <a:endParaRPr lang="en-US" sz="2400" b="0" u="none" strike="noStrike">
              <a:solidFill>
                <a:srgbClr val="013566"/>
              </a:solidFill>
              <a:effectLst/>
              <a:uFillTx/>
              <a:latin typeface="arial"/>
            </a:endParaRPr>
          </a:p>
        </p:txBody>
      </p:sp>
      <p:sp>
        <p:nvSpPr>
          <p:cNvPr id="50" name="cmocka-test-code"/>
          <p:cNvSpPr/>
          <p:nvPr/>
        </p:nvSpPr>
        <p:spPr>
          <a:xfrm>
            <a:off x="714240" y="1619280"/>
            <a:ext cx="10858320" cy="1856880"/>
          </a:xfrm>
          <a:prstGeom prst="rect">
            <a:avLst/>
          </a:prstGeom>
          <a:noFill/>
          <a:ln w="0">
            <a:noFill/>
          </a:ln>
        </p:spPr>
        <p:style>
          <a:lnRef idx="0"/>
          <a:fillRef idx="0"/>
          <a:effectRef idx="0"/>
          <a:fontRef idx="minor"/>
        </p:style>
        <p:txBody>
          <a:bodyPr wrap="none" lIns="0" tIns="0" rIns="0" bIns="0" anchor="t">
            <a:noAutofit/>
          </a:bodyPr>
          <a:p>
            <a:pPr>
              <a:lnSpc>
                <a:spcPct val="115000"/>
              </a:lnSpc>
            </a:pPr>
            <a:r>
              <a:rPr lang="en-US" sz="2100" b="0" u="none" strike="noStrike">
                <a:solidFill>
                  <a:srgbClr val="1D4ED8"/>
                </a:solidFill>
                <a:effectLst/>
                <a:uFillTx/>
                <a:latin typeface="DejaVu Sans Mono"/>
                <a:ea typeface="DejaVu Sans Mono"/>
              </a:rPr>
              <a:t>static</a:t>
            </a:r>
            <a:r>
              <a:rPr lang="en-US" sz="2100" b="0" u="none" strike="noStrike">
                <a:solidFill>
                  <a:srgbClr val="243247"/>
                </a:solidFill>
                <a:effectLst/>
                <a:uFillTx/>
                <a:latin typeface="DejaVu Sans Mono"/>
                <a:ea typeface="DejaVu Sans Mono"/>
              </a:rPr>
              <a:t> </a:t>
            </a:r>
            <a:r>
              <a:rPr lang="en-US" sz="2100" b="0" u="none" strike="noStrike">
                <a:solidFill>
                  <a:srgbClr val="1D4ED8"/>
                </a:solidFill>
                <a:effectLst/>
                <a:uFillTx/>
                <a:latin typeface="DejaVu Sans Mono"/>
                <a:ea typeface="DejaVu Sans Mono"/>
              </a:rPr>
              <a:t>void</a:t>
            </a:r>
            <a:r>
              <a:rPr lang="en-US" sz="2100" b="0" u="none" strike="noStrike">
                <a:solidFill>
                  <a:srgbClr val="243247"/>
                </a:solidFill>
                <a:effectLst/>
                <a:uFillTx/>
                <a:latin typeface="DejaVu Sans Mono"/>
                <a:ea typeface="DejaVu Sans Mono"/>
              </a:rPr>
              <a:t> </a:t>
            </a:r>
            <a:r>
              <a:rPr lang="en-US" sz="2100" b="0" u="none" strike="noStrike">
                <a:solidFill>
                  <a:srgbClr val="6D28D9"/>
                </a:solidFill>
                <a:effectLst/>
                <a:uFillTx/>
                <a:latin typeface="DejaVu Sans Mono"/>
                <a:ea typeface="DejaVu Sans Mono"/>
              </a:rPr>
              <a:t>test_60_minutes_costs_500</a:t>
            </a:r>
            <a:r>
              <a:rPr lang="en-US" sz="2100" b="0" u="none" strike="noStrike">
                <a:solidFill>
                  <a:srgbClr val="243247"/>
                </a:solidFill>
                <a:effectLst/>
                <a:uFillTx/>
                <a:latin typeface="DejaVu Sans Mono"/>
                <a:ea typeface="DejaVu Sans Mono"/>
              </a:rPr>
              <a:t>(</a:t>
            </a:r>
            <a:r>
              <a:rPr lang="en-US" sz="2100" b="0" u="none" strike="noStrike">
                <a:solidFill>
                  <a:srgbClr val="1D4ED8"/>
                </a:solidFill>
                <a:effectLst/>
                <a:uFillTx/>
                <a:latin typeface="DejaVu Sans Mono"/>
                <a:ea typeface="DejaVu Sans Mono"/>
              </a:rPr>
              <a:t>void</a:t>
            </a:r>
            <a:r>
              <a:rPr lang="en-US" sz="2100" b="0" u="none" strike="noStrike">
                <a:solidFill>
                  <a:srgbClr val="243247"/>
                </a:solidFill>
                <a:effectLst/>
                <a:uFillTx/>
                <a:latin typeface="DejaVu Sans Mono"/>
                <a:ea typeface="DejaVu Sans Mono"/>
              </a:rPr>
              <a:t> **state)</a:t>
            </a:r>
            <a:endParaRPr lang="en-US" sz="2100" b="0" u="none" strike="noStrike">
              <a:solidFill>
                <a:srgbClr val="000000"/>
              </a:solidFill>
              <a:effectLst/>
              <a:uFillTx/>
              <a:latin typeface="Arial"/>
            </a:endParaRPr>
          </a:p>
          <a:p>
            <a:pPr>
              <a:lnSpc>
                <a:spcPct val="115000"/>
              </a:lnSpc>
            </a:pPr>
            <a:r>
              <a:rPr lang="en-US" sz="2100" b="0" u="none" strike="noStrike">
                <a:solidFill>
                  <a:srgbClr val="243247"/>
                </a:solidFill>
                <a:effectLst/>
                <a:uFillTx/>
                <a:latin typeface="DejaVu Sans Mono"/>
                <a:ea typeface="DejaVu Sans Mono"/>
              </a:rPr>
              <a:t>{</a:t>
            </a:r>
            <a:endParaRPr lang="en-US" sz="2100" b="0" u="none" strike="noStrike">
              <a:solidFill>
                <a:srgbClr val="000000"/>
              </a:solidFill>
              <a:effectLst/>
              <a:uFillTx/>
              <a:latin typeface="Arial"/>
            </a:endParaRPr>
          </a:p>
          <a:p>
            <a:pPr>
              <a:lnSpc>
                <a:spcPct val="115000"/>
              </a:lnSpc>
            </a:pPr>
            <a:r>
              <a:rPr lang="en-US" sz="2100" b="0" u="none" strike="noStrike">
                <a:solidFill>
                  <a:srgbClr val="243247"/>
                </a:solidFill>
                <a:effectLst/>
                <a:uFillTx/>
                <a:latin typeface="DejaVu Sans Mono"/>
                <a:ea typeface="DejaVu Sans Mono"/>
              </a:rPr>
              <a:t>    (</a:t>
            </a:r>
            <a:r>
              <a:rPr lang="en-US" sz="2100" b="0" u="none" strike="noStrike">
                <a:solidFill>
                  <a:srgbClr val="1D4ED8"/>
                </a:solidFill>
                <a:effectLst/>
                <a:uFillTx/>
                <a:latin typeface="DejaVu Sans Mono"/>
                <a:ea typeface="DejaVu Sans Mono"/>
              </a:rPr>
              <a:t>void</a:t>
            </a:r>
            <a:r>
              <a:rPr lang="en-US" sz="2100" b="0" u="none" strike="noStrike">
                <a:solidFill>
                  <a:srgbClr val="243247"/>
                </a:solidFill>
                <a:effectLst/>
                <a:uFillTx/>
                <a:latin typeface="DejaVu Sans Mono"/>
                <a:ea typeface="DejaVu Sans Mono"/>
              </a:rPr>
              <a:t>)state;</a:t>
            </a:r>
            <a:endParaRPr lang="en-US" sz="2100" b="0" u="none" strike="noStrike">
              <a:solidFill>
                <a:srgbClr val="000000"/>
              </a:solidFill>
              <a:effectLst/>
              <a:uFillTx/>
              <a:latin typeface="Arial"/>
            </a:endParaRPr>
          </a:p>
          <a:p>
            <a:pPr>
              <a:lnSpc>
                <a:spcPct val="115000"/>
              </a:lnSpc>
            </a:pPr>
            <a:r>
              <a:rPr lang="en-US" sz="2100" b="0" u="none" strike="noStrike">
                <a:solidFill>
                  <a:srgbClr val="243247"/>
                </a:solidFill>
                <a:effectLst/>
                <a:uFillTx/>
                <a:latin typeface="DejaVu Sans Mono"/>
                <a:ea typeface="DejaVu Sans Mono"/>
              </a:rPr>
              <a:t>    </a:t>
            </a:r>
            <a:r>
              <a:rPr lang="en-US" sz="2100" b="0" u="none" strike="noStrike">
                <a:solidFill>
                  <a:srgbClr val="6D28D9"/>
                </a:solidFill>
                <a:effectLst/>
                <a:uFillTx/>
                <a:latin typeface="DejaVu Sans Mono"/>
                <a:ea typeface="DejaVu Sans Mono"/>
              </a:rPr>
              <a:t>assert_int_equal</a:t>
            </a:r>
            <a:r>
              <a:rPr lang="en-US" sz="2100" b="0" u="none" strike="noStrike">
                <a:solidFill>
                  <a:srgbClr val="243247"/>
                </a:solidFill>
                <a:effectLst/>
                <a:uFillTx/>
                <a:latin typeface="DejaVu Sans Mono"/>
                <a:ea typeface="DejaVu Sans Mono"/>
              </a:rPr>
              <a:t>(</a:t>
            </a:r>
            <a:r>
              <a:rPr lang="en-US" sz="2100" b="0" u="none" strike="noStrike">
                <a:solidFill>
                  <a:srgbClr val="6D28D9"/>
                </a:solidFill>
                <a:effectLst/>
                <a:uFillTx/>
                <a:latin typeface="DejaVu Sans Mono"/>
                <a:ea typeface="DejaVu Sans Mono"/>
              </a:rPr>
              <a:t>parking_charge_cents</a:t>
            </a:r>
            <a:r>
              <a:rPr lang="en-US" sz="2100" b="0" u="none" strike="noStrike">
                <a:solidFill>
                  <a:srgbClr val="243247"/>
                </a:solidFill>
                <a:effectLst/>
                <a:uFillTx/>
                <a:latin typeface="DejaVu Sans Mono"/>
                <a:ea typeface="DejaVu Sans Mono"/>
              </a:rPr>
              <a:t>(</a:t>
            </a:r>
            <a:r>
              <a:rPr lang="en-US" sz="2100" b="0" u="none" strike="noStrike">
                <a:solidFill>
                  <a:srgbClr val="A3470A"/>
                </a:solidFill>
                <a:effectLst/>
                <a:uFillTx/>
                <a:latin typeface="DejaVu Sans Mono"/>
                <a:ea typeface="DejaVu Sans Mono"/>
              </a:rPr>
              <a:t>60</a:t>
            </a:r>
            <a:r>
              <a:rPr lang="en-US" sz="2100" b="0" u="none" strike="noStrike">
                <a:solidFill>
                  <a:srgbClr val="243247"/>
                </a:solidFill>
                <a:effectLst/>
                <a:uFillTx/>
                <a:latin typeface="DejaVu Sans Mono"/>
                <a:ea typeface="DejaVu Sans Mono"/>
              </a:rPr>
              <a:t>), </a:t>
            </a:r>
            <a:r>
              <a:rPr lang="en-US" sz="2100" b="0" u="none" strike="noStrike">
                <a:solidFill>
                  <a:srgbClr val="A3470A"/>
                </a:solidFill>
                <a:effectLst/>
                <a:uFillTx/>
                <a:latin typeface="DejaVu Sans Mono"/>
                <a:ea typeface="DejaVu Sans Mono"/>
              </a:rPr>
              <a:t>500</a:t>
            </a:r>
            <a:r>
              <a:rPr lang="en-US" sz="2100" b="0" u="none" strike="noStrike">
                <a:solidFill>
                  <a:srgbClr val="243247"/>
                </a:solidFill>
                <a:effectLst/>
                <a:uFillTx/>
                <a:latin typeface="DejaVu Sans Mono"/>
                <a:ea typeface="DejaVu Sans Mono"/>
              </a:rPr>
              <a:t>);</a:t>
            </a:r>
            <a:endParaRPr lang="en-US" sz="2100" b="0" u="none" strike="noStrike">
              <a:solidFill>
                <a:srgbClr val="000000"/>
              </a:solidFill>
              <a:effectLst/>
              <a:uFillTx/>
              <a:latin typeface="Arial"/>
            </a:endParaRPr>
          </a:p>
          <a:p>
            <a:pPr>
              <a:lnSpc>
                <a:spcPct val="115000"/>
              </a:lnSpc>
            </a:pPr>
            <a:r>
              <a:rPr lang="en-US" sz="2100" b="0" u="none" strike="noStrike">
                <a:solidFill>
                  <a:srgbClr val="243247"/>
                </a:solidFill>
                <a:effectLst/>
                <a:uFillTx/>
                <a:latin typeface="DejaVu Sans Mono"/>
                <a:ea typeface="DejaVu Sans Mono"/>
              </a:rPr>
              <a:t>}</a:t>
            </a:r>
            <a:endParaRPr lang="en-US" sz="2100" b="0" u="none" strike="noStrike">
              <a:solidFill>
                <a:srgbClr val="000000"/>
              </a:solidFill>
              <a:effectLst/>
              <a:uFillTx/>
              <a:latin typeface="Arial"/>
            </a:endParaRPr>
          </a:p>
        </p:txBody>
      </p:sp>
      <p:sp>
        <p:nvSpPr>
          <p:cNvPr id="51" name="cmocka-test-explanation"/>
          <p:cNvSpPr/>
          <p:nvPr/>
        </p:nvSpPr>
        <p:spPr>
          <a:xfrm>
            <a:off x="876240" y="3705120"/>
            <a:ext cx="10477080" cy="2476080"/>
          </a:xfrm>
          <a:prstGeom prst="rect">
            <a:avLst/>
          </a:prstGeom>
          <a:noFill/>
          <a:ln w="0">
            <a:noFill/>
          </a:ln>
        </p:spPr>
        <p:style>
          <a:lnRef idx="0"/>
          <a:fillRef idx="0"/>
          <a:effectRef idx="0"/>
          <a:fontRef idx="minor"/>
        </p:style>
        <p:txBody>
          <a:bodyPr wrap="none" lIns="0" tIns="0" rIns="0" bIns="0" anchor="t">
            <a:noAutofit/>
          </a:bodyPr>
          <a:p>
            <a:pPr>
              <a:lnSpc>
                <a:spcPct val="110000"/>
              </a:lnSpc>
            </a:pPr>
            <a:r>
              <a:rPr lang="en-US" sz="2250" b="0" u="none" strike="noStrike">
                <a:solidFill>
                  <a:srgbClr val="013566"/>
                </a:solidFill>
                <a:effectLst/>
                <a:uFillTx/>
                <a:latin typeface="arial"/>
                <a:ea typeface="arial"/>
              </a:rPr>
              <a:t>state: </a:t>
            </a:r>
            <a:r>
              <a:rPr lang="en-US" sz="2250" b="0" u="none" strike="noStrike">
                <a:solidFill>
                  <a:srgbClr val="013566"/>
                </a:solidFill>
                <a:effectLst/>
                <a:uFillTx/>
                <a:latin typeface="arial"/>
                <a:ea typeface="arial"/>
              </a:rPr>
              <a:t>optional </a:t>
            </a:r>
            <a:r>
              <a:rPr lang="en-US" sz="2250" b="0" u="none" strike="noStrike">
                <a:solidFill>
                  <a:srgbClr val="013566"/>
                </a:solidFill>
                <a:effectLst/>
                <a:uFillTx/>
                <a:latin typeface="arial"/>
                <a:ea typeface="arial"/>
              </a:rPr>
              <a:t>fixture </a:t>
            </a:r>
            <a:r>
              <a:rPr lang="en-US" sz="2250" b="0" u="none" strike="noStrike">
                <a:solidFill>
                  <a:srgbClr val="013566"/>
                </a:solidFill>
                <a:effectLst/>
                <a:uFillTx/>
                <a:latin typeface="arial"/>
                <a:ea typeface="arial"/>
              </a:rPr>
              <a:t>data, </a:t>
            </a:r>
            <a:r>
              <a:rPr lang="en-US" sz="2250" b="0" u="none" strike="noStrike">
                <a:solidFill>
                  <a:srgbClr val="013566"/>
                </a:solidFill>
                <a:effectLst/>
                <a:uFillTx/>
                <a:latin typeface="arial"/>
                <a:ea typeface="arial"/>
              </a:rPr>
              <a:t>unused </a:t>
            </a:r>
            <a:r>
              <a:rPr lang="en-US" sz="2250" b="0" u="none" strike="noStrike">
                <a:solidFill>
                  <a:srgbClr val="013566"/>
                </a:solidFill>
                <a:effectLst/>
                <a:uFillTx/>
                <a:latin typeface="arial"/>
                <a:ea typeface="arial"/>
              </a:rPr>
              <a:t>in this </a:t>
            </a:r>
            <a:r>
              <a:rPr lang="en-US" sz="2250" b="0" u="none" strike="noStrike">
                <a:solidFill>
                  <a:srgbClr val="013566"/>
                </a:solidFill>
                <a:effectLst/>
                <a:uFillTx/>
                <a:latin typeface="arial"/>
                <a:ea typeface="arial"/>
              </a:rPr>
              <a:t>test.</a:t>
            </a:r>
            <a:endParaRPr lang="en-US" sz="2250" b="0" u="none" strike="noStrike">
              <a:solidFill>
                <a:srgbClr val="000000"/>
              </a:solidFill>
              <a:effectLst/>
              <a:uFillTx/>
              <a:latin typeface="Arial"/>
            </a:endParaRPr>
          </a:p>
          <a:p>
            <a:pPr>
              <a:lnSpc>
                <a:spcPct val="100000"/>
              </a:lnSpc>
            </a:pPr>
            <a:endParaRPr lang="en-US" sz="2250" b="0" u="none" strike="noStrike">
              <a:solidFill>
                <a:srgbClr val="000000"/>
              </a:solidFill>
              <a:effectLst/>
              <a:uFillTx/>
              <a:latin typeface="Arial"/>
            </a:endParaRPr>
          </a:p>
          <a:p>
            <a:pPr>
              <a:lnSpc>
                <a:spcPct val="110000"/>
              </a:lnSpc>
            </a:pPr>
            <a:r>
              <a:rPr lang="en-US" sz="2250" b="0" u="none" strike="noStrike">
                <a:solidFill>
                  <a:srgbClr val="013566"/>
                </a:solidFill>
                <a:effectLst/>
                <a:uFillTx/>
                <a:latin typeface="arial"/>
                <a:ea typeface="arial"/>
              </a:rPr>
              <a:t>Actual: </a:t>
            </a:r>
            <a:r>
              <a:rPr lang="en-US" sz="2250" b="0" u="none" strike="noStrike">
                <a:solidFill>
                  <a:srgbClr val="013566"/>
                </a:solidFill>
                <a:effectLst/>
                <a:uFillTx/>
                <a:latin typeface="arial"/>
                <a:ea typeface="arial"/>
              </a:rPr>
              <a:t>the </a:t>
            </a:r>
            <a:r>
              <a:rPr lang="en-US" sz="2250" b="0" u="none" strike="noStrike">
                <a:solidFill>
                  <a:srgbClr val="013566"/>
                </a:solidFill>
                <a:effectLst/>
                <a:uFillTx/>
                <a:latin typeface="arial"/>
                <a:ea typeface="arial"/>
              </a:rPr>
              <a:t>function </a:t>
            </a:r>
            <a:r>
              <a:rPr lang="en-US" sz="2250" b="0" u="none" strike="noStrike">
                <a:solidFill>
                  <a:srgbClr val="013566"/>
                </a:solidFill>
                <a:effectLst/>
                <a:uFillTx/>
                <a:latin typeface="arial"/>
                <a:ea typeface="arial"/>
              </a:rPr>
              <a:t>result for </a:t>
            </a:r>
            <a:r>
              <a:rPr lang="en-US" sz="2250" b="0" u="none" strike="noStrike">
                <a:solidFill>
                  <a:srgbClr val="013566"/>
                </a:solidFill>
                <a:effectLst/>
                <a:uFillTx/>
                <a:latin typeface="arial"/>
                <a:ea typeface="arial"/>
              </a:rPr>
              <a:t>60 </a:t>
            </a:r>
            <a:r>
              <a:rPr lang="en-US" sz="2250" b="0" u="none" strike="noStrike">
                <a:solidFill>
                  <a:srgbClr val="013566"/>
                </a:solidFill>
                <a:effectLst/>
                <a:uFillTx/>
                <a:latin typeface="arial"/>
                <a:ea typeface="arial"/>
              </a:rPr>
              <a:t>minutes.</a:t>
            </a:r>
            <a:endParaRPr lang="en-US" sz="2250" b="0" u="none" strike="noStrike">
              <a:solidFill>
                <a:srgbClr val="000000"/>
              </a:solidFill>
              <a:effectLst/>
              <a:uFillTx/>
              <a:latin typeface="Arial"/>
            </a:endParaRPr>
          </a:p>
          <a:p>
            <a:pPr>
              <a:lnSpc>
                <a:spcPct val="110000"/>
              </a:lnSpc>
            </a:pPr>
            <a:r>
              <a:rPr lang="en-US" sz="2250" b="0" u="none" strike="noStrike">
                <a:solidFill>
                  <a:srgbClr val="013566"/>
                </a:solidFill>
                <a:effectLst/>
                <a:uFillTx/>
                <a:latin typeface="arial"/>
                <a:ea typeface="arial"/>
              </a:rPr>
              <a:t>Expecte</a:t>
            </a:r>
            <a:r>
              <a:rPr lang="en-US" sz="2250" b="0" u="none" strike="noStrike">
                <a:solidFill>
                  <a:srgbClr val="013566"/>
                </a:solidFill>
                <a:effectLst/>
                <a:uFillTx/>
                <a:latin typeface="arial"/>
                <a:ea typeface="arial"/>
              </a:rPr>
              <a:t>d: 500 </a:t>
            </a:r>
            <a:r>
              <a:rPr lang="en-US" sz="2250" b="0" u="none" strike="noStrike">
                <a:solidFill>
                  <a:srgbClr val="013566"/>
                </a:solidFill>
                <a:effectLst/>
                <a:uFillTx/>
                <a:latin typeface="arial"/>
                <a:ea typeface="arial"/>
              </a:rPr>
              <a:t>cents, </a:t>
            </a:r>
            <a:r>
              <a:rPr lang="en-US" sz="2250" b="0" u="none" strike="noStrike">
                <a:solidFill>
                  <a:srgbClr val="013566"/>
                </a:solidFill>
                <a:effectLst/>
                <a:uFillTx/>
                <a:latin typeface="arial"/>
                <a:ea typeface="arial"/>
              </a:rPr>
              <a:t>taken </a:t>
            </a:r>
            <a:r>
              <a:rPr lang="en-US" sz="2250" b="0" u="none" strike="noStrike">
                <a:solidFill>
                  <a:srgbClr val="013566"/>
                </a:solidFill>
                <a:effectLst/>
                <a:uFillTx/>
                <a:latin typeface="arial"/>
                <a:ea typeface="arial"/>
              </a:rPr>
              <a:t>from the </a:t>
            </a:r>
            <a:r>
              <a:rPr lang="en-US" sz="2250" b="0" u="none" strike="noStrike">
                <a:solidFill>
                  <a:srgbClr val="013566"/>
                </a:solidFill>
                <a:effectLst/>
                <a:uFillTx/>
                <a:latin typeface="arial"/>
                <a:ea typeface="arial"/>
              </a:rPr>
              <a:t>specificat</a:t>
            </a:r>
            <a:r>
              <a:rPr lang="en-US" sz="2250" b="0" u="none" strike="noStrike">
                <a:solidFill>
                  <a:srgbClr val="013566"/>
                </a:solidFill>
                <a:effectLst/>
                <a:uFillTx/>
                <a:latin typeface="arial"/>
                <a:ea typeface="arial"/>
              </a:rPr>
              <a:t>ion.</a:t>
            </a:r>
            <a:endParaRPr lang="en-US" sz="2250" b="0" u="none" strike="noStrike">
              <a:solidFill>
                <a:srgbClr val="000000"/>
              </a:solidFill>
              <a:effectLst/>
              <a:uFillTx/>
              <a:latin typeface="Arial"/>
            </a:endParaRPr>
          </a:p>
          <a:p>
            <a:pPr>
              <a:lnSpc>
                <a:spcPct val="100000"/>
              </a:lnSpc>
            </a:pPr>
            <a:endParaRPr lang="en-US" sz="2250" b="0" u="none" strike="noStrike">
              <a:solidFill>
                <a:srgbClr val="000000"/>
              </a:solidFill>
              <a:effectLst/>
              <a:uFillTx/>
              <a:latin typeface="Arial"/>
            </a:endParaRPr>
          </a:p>
          <a:p>
            <a:pPr>
              <a:lnSpc>
                <a:spcPct val="110000"/>
              </a:lnSpc>
            </a:pPr>
            <a:r>
              <a:rPr lang="en-US" sz="2250" b="0" u="none" strike="noStrike">
                <a:solidFill>
                  <a:srgbClr val="013566"/>
                </a:solidFill>
                <a:effectLst/>
                <a:uFillTx/>
                <a:latin typeface="DejaVu Sans Mono"/>
                <a:ea typeface="arial"/>
              </a:rPr>
              <a:t>assert</a:t>
            </a:r>
            <a:r>
              <a:rPr lang="en-US" sz="2250" b="0" u="none" strike="noStrike">
                <a:solidFill>
                  <a:srgbClr val="013566"/>
                </a:solidFill>
                <a:effectLst/>
                <a:uFillTx/>
                <a:latin typeface="DejaVu Sans Mono"/>
                <a:ea typeface="arial"/>
              </a:rPr>
              <a:t>_int_e</a:t>
            </a:r>
            <a:r>
              <a:rPr lang="en-US" sz="2250" b="0" u="none" strike="noStrike">
                <a:solidFill>
                  <a:srgbClr val="013566"/>
                </a:solidFill>
                <a:effectLst/>
                <a:uFillTx/>
                <a:latin typeface="DejaVu Sans Mono"/>
                <a:ea typeface="arial"/>
              </a:rPr>
              <a:t>qual</a:t>
            </a:r>
            <a:r>
              <a:rPr lang="en-US" sz="2250" b="0" u="none" strike="noStrike">
                <a:solidFill>
                  <a:srgbClr val="013566"/>
                </a:solidFill>
                <a:effectLst/>
                <a:uFillTx/>
                <a:latin typeface="arial"/>
                <a:ea typeface="arial"/>
              </a:rPr>
              <a:t> </a:t>
            </a:r>
            <a:r>
              <a:rPr lang="en-US" sz="2250" b="0" u="none" strike="noStrike">
                <a:solidFill>
                  <a:srgbClr val="013566"/>
                </a:solidFill>
                <a:effectLst/>
                <a:uFillTx/>
                <a:latin typeface="arial"/>
                <a:ea typeface="arial"/>
              </a:rPr>
              <a:t>records a </a:t>
            </a:r>
            <a:r>
              <a:rPr lang="en-US" sz="2250" b="0" u="none" strike="noStrike">
                <a:solidFill>
                  <a:srgbClr val="013566"/>
                </a:solidFill>
                <a:effectLst/>
                <a:uFillTx/>
                <a:latin typeface="arial"/>
                <a:ea typeface="arial"/>
              </a:rPr>
              <a:t>failure </a:t>
            </a:r>
            <a:r>
              <a:rPr lang="en-US" sz="2250" b="0" u="none" strike="noStrike">
                <a:solidFill>
                  <a:srgbClr val="013566"/>
                </a:solidFill>
                <a:effectLst/>
                <a:uFillTx/>
                <a:latin typeface="arial"/>
                <a:ea typeface="arial"/>
              </a:rPr>
              <a:t>when </a:t>
            </a:r>
            <a:r>
              <a:rPr lang="en-US" sz="2250" b="0" u="none" strike="noStrike">
                <a:solidFill>
                  <a:srgbClr val="013566"/>
                </a:solidFill>
                <a:effectLst/>
                <a:uFillTx/>
                <a:latin typeface="arial"/>
                <a:ea typeface="arial"/>
              </a:rPr>
              <a:t>they </a:t>
            </a:r>
            <a:r>
              <a:rPr lang="en-US" sz="2250" b="0" u="none" strike="noStrike">
                <a:solidFill>
                  <a:srgbClr val="013566"/>
                </a:solidFill>
                <a:effectLst/>
                <a:uFillTx/>
                <a:latin typeface="arial"/>
                <a:ea typeface="arial"/>
              </a:rPr>
              <a:t>differ.</a:t>
            </a:r>
            <a:endParaRPr lang="en-US" sz="2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513000" y="673560"/>
            <a:ext cx="11165760" cy="571320"/>
          </a:xfrm>
          <a:prstGeom prst="rect">
            <a:avLst/>
          </a:prstGeom>
          <a:noFill/>
          <a:ln w="0">
            <a:noFill/>
          </a:ln>
        </p:spPr>
        <p:txBody>
          <a:bodyPr lIns="0" tIns="0" rIns="0" bIns="0" anchor="t">
            <a:noAutofit/>
          </a:bodyPr>
          <a:p>
            <a:pPr indent="0" algn="l">
              <a:lnSpc>
                <a:spcPct val="115000"/>
              </a:lnSpc>
              <a:buNone/>
            </a:pPr>
            <a:r>
              <a:rPr lang="en-US" sz="3340" b="1" u="none" strike="noStrike">
                <a:solidFill>
                  <a:srgbClr val="013566"/>
                </a:solidFill>
                <a:effectLst/>
                <a:uFillTx/>
                <a:latin typeface="Arial"/>
                <a:ea typeface="Arial"/>
              </a:rPr>
              <a:t>Buildi</a:t>
            </a:r>
            <a:r>
              <a:rPr lang="en-US" sz="3340" b="1" u="none" strike="noStrike">
                <a:solidFill>
                  <a:srgbClr val="013566"/>
                </a:solidFill>
                <a:effectLst/>
                <a:uFillTx/>
                <a:latin typeface="Arial"/>
                <a:ea typeface="Arial"/>
              </a:rPr>
              <a:t>ng </a:t>
            </a:r>
            <a:r>
              <a:rPr lang="en-US" sz="3340" b="1" u="none" strike="noStrike">
                <a:solidFill>
                  <a:srgbClr val="013566"/>
                </a:solidFill>
                <a:effectLst/>
                <a:uFillTx/>
                <a:latin typeface="Arial"/>
                <a:ea typeface="Arial"/>
              </a:rPr>
              <a:t>and </a:t>
            </a:r>
            <a:r>
              <a:rPr lang="en-US" sz="3340" b="1" u="none" strike="noStrike">
                <a:solidFill>
                  <a:srgbClr val="013566"/>
                </a:solidFill>
                <a:effectLst/>
                <a:uFillTx/>
                <a:latin typeface="Arial"/>
                <a:ea typeface="Arial"/>
              </a:rPr>
              <a:t>runni</a:t>
            </a:r>
            <a:r>
              <a:rPr lang="en-US" sz="3340" b="1" u="none" strike="noStrike">
                <a:solidFill>
                  <a:srgbClr val="013566"/>
                </a:solidFill>
                <a:effectLst/>
                <a:uFillTx/>
                <a:latin typeface="Arial"/>
                <a:ea typeface="Arial"/>
              </a:rPr>
              <a:t>ng </a:t>
            </a:r>
            <a:r>
              <a:rPr lang="en-US" sz="3340" b="1" u="none" strike="noStrike">
                <a:solidFill>
                  <a:srgbClr val="013566"/>
                </a:solidFill>
                <a:effectLst/>
                <a:uFillTx/>
                <a:latin typeface="Arial"/>
                <a:ea typeface="Arial"/>
              </a:rPr>
              <a:t>the </a:t>
            </a:r>
            <a:r>
              <a:rPr lang="en-US" sz="3340" b="1" u="none" strike="noStrike">
                <a:solidFill>
                  <a:srgbClr val="013566"/>
                </a:solidFill>
                <a:effectLst/>
                <a:uFillTx/>
                <a:latin typeface="Arial"/>
                <a:ea typeface="Arial"/>
              </a:rPr>
              <a:t>tests</a:t>
            </a:r>
            <a:endParaRPr lang="en-US" sz="3340" b="1" u="none" strike="noStrike">
              <a:solidFill>
                <a:srgbClr val="013566"/>
              </a:solidFill>
              <a:effectLst/>
              <a:uFillTx/>
              <a:latin typeface="Arial"/>
            </a:endParaRPr>
          </a:p>
        </p:txBody>
      </p:sp>
      <p:sp>
        <p:nvSpPr>
          <p:cNvPr id="53" name="PlaceHolder 2"/>
          <p:cNvSpPr>
            <a:spLocks noGrp="1"/>
          </p:cNvSpPr>
          <p:nvPr>
            <p:ph/>
          </p:nvPr>
        </p:nvSpPr>
        <p:spPr>
          <a:xfrm>
            <a:off x="581040" y="1562040"/>
            <a:ext cx="11029680" cy="9000"/>
          </a:xfrm>
          <a:prstGeom prst="rect">
            <a:avLst/>
          </a:prstGeom>
          <a:noFill/>
          <a:ln w="0">
            <a:noFill/>
          </a:ln>
        </p:spPr>
        <p:txBody>
          <a:bodyPr lIns="0" tIns="0" rIns="0" bIns="0" anchor="t">
            <a:noAutofit/>
          </a:bodyPr>
          <a:p>
            <a:pPr marL="609480" indent="-304920" algn="l">
              <a:buNone/>
              <a:tabLst>
                <a:tab pos="0" algn="l"/>
              </a:tabLst>
            </a:pPr>
            <a:endParaRPr lang="en-US" sz="2400" b="0" u="none" strike="noStrike">
              <a:solidFill>
                <a:srgbClr val="013566"/>
              </a:solidFill>
              <a:effectLst/>
              <a:uFillTx/>
              <a:latin typeface="arial"/>
            </a:endParaRPr>
          </a:p>
        </p:txBody>
      </p:sp>
      <p:sp>
        <p:nvSpPr>
          <p:cNvPr id="54" name="build-commands"/>
          <p:cNvSpPr/>
          <p:nvPr/>
        </p:nvSpPr>
        <p:spPr>
          <a:xfrm>
            <a:off x="714240" y="1619280"/>
            <a:ext cx="10858320" cy="1238040"/>
          </a:xfrm>
          <a:prstGeom prst="rect">
            <a:avLst/>
          </a:prstGeom>
          <a:noFill/>
          <a:ln w="0">
            <a:noFill/>
          </a:ln>
        </p:spPr>
        <p:style>
          <a:lnRef idx="0"/>
          <a:fillRef idx="0"/>
          <a:effectRef idx="0"/>
          <a:fontRef idx="minor"/>
        </p:style>
        <p:txBody>
          <a:bodyPr wrap="none" lIns="0" tIns="0" rIns="0" bIns="0" anchor="t">
            <a:noAutofit/>
          </a:bodyPr>
          <a:p>
            <a:pPr>
              <a:lnSpc>
                <a:spcPct val="130000"/>
              </a:lnSpc>
            </a:pPr>
            <a:r>
              <a:rPr lang="en-US" sz="2170" b="0" u="none" strike="noStrike">
                <a:solidFill>
                  <a:srgbClr val="013566"/>
                </a:solidFill>
                <a:effectLst/>
                <a:uFillTx/>
                <a:latin typeface="DejaVu Sans Mono"/>
                <a:ea typeface="DejaVu Sans Mono"/>
              </a:rPr>
              <a:t>cmake </a:t>
            </a:r>
            <a:r>
              <a:rPr lang="en-US" sz="2170" b="0" u="none" strike="noStrike">
                <a:solidFill>
                  <a:srgbClr val="013566"/>
                </a:solidFill>
                <a:effectLst/>
                <a:uFillTx/>
                <a:latin typeface="DejaVu Sans Mono"/>
                <a:ea typeface="DejaVu Sans Mono"/>
              </a:rPr>
              <a:t>-S . -B </a:t>
            </a:r>
            <a:r>
              <a:rPr lang="en-US" sz="2170" b="0" u="none" strike="noStrike">
                <a:solidFill>
                  <a:srgbClr val="013566"/>
                </a:solidFill>
                <a:effectLst/>
                <a:uFillTx/>
                <a:latin typeface="DejaVu Sans Mono"/>
                <a:ea typeface="DejaVu Sans Mono"/>
              </a:rPr>
              <a:t>build </a:t>
            </a:r>
            <a:r>
              <a:rPr lang="en-US" sz="2170" b="0" u="none" strike="noStrike">
                <a:solidFill>
                  <a:srgbClr val="013566"/>
                </a:solidFill>
                <a:effectLst/>
                <a:uFillTx/>
                <a:latin typeface="DejaVu Sans Mono"/>
                <a:ea typeface="DejaVu Sans Mono"/>
              </a:rPr>
              <a:t>-G </a:t>
            </a:r>
            <a:r>
              <a:rPr lang="en-US" sz="2170" b="0" u="none" strike="noStrike">
                <a:solidFill>
                  <a:srgbClr val="013566"/>
                </a:solidFill>
                <a:effectLst/>
                <a:uFillTx/>
                <a:latin typeface="DejaVu Sans Mono"/>
                <a:ea typeface="DejaVu Sans Mono"/>
              </a:rPr>
              <a:t>Ninja </a:t>
            </a:r>
            <a:r>
              <a:rPr lang="en-US" sz="2170" b="0" u="none" strike="noStrike">
                <a:solidFill>
                  <a:srgbClr val="013566"/>
                </a:solidFill>
                <a:effectLst/>
                <a:uFillTx/>
                <a:latin typeface="DejaVu Sans Mono"/>
                <a:ea typeface="DejaVu Sans Mono"/>
              </a:rPr>
              <a:t>-DDEMO_</a:t>
            </a:r>
            <a:r>
              <a:rPr lang="en-US" sz="2170" b="0" u="none" strike="noStrike">
                <a:solidFill>
                  <a:srgbClr val="013566"/>
                </a:solidFill>
                <a:effectLst/>
                <a:uFillTx/>
                <a:latin typeface="DejaVu Sans Mono"/>
                <a:ea typeface="DejaVu Sans Mono"/>
              </a:rPr>
              <a:t>BUG=OFF</a:t>
            </a:r>
            <a:endParaRPr lang="en-US" sz="2170" b="0" u="none" strike="noStrike">
              <a:solidFill>
                <a:srgbClr val="000000"/>
              </a:solidFill>
              <a:effectLst/>
              <a:uFillTx/>
              <a:latin typeface="Arial"/>
            </a:endParaRPr>
          </a:p>
          <a:p>
            <a:pPr>
              <a:lnSpc>
                <a:spcPct val="130000"/>
              </a:lnSpc>
            </a:pPr>
            <a:r>
              <a:rPr lang="en-US" sz="2170" b="0" u="none" strike="noStrike">
                <a:solidFill>
                  <a:srgbClr val="013566"/>
                </a:solidFill>
                <a:effectLst/>
                <a:uFillTx/>
                <a:latin typeface="DejaVu Sans Mono"/>
                <a:ea typeface="DejaVu Sans Mono"/>
              </a:rPr>
              <a:t>cmake </a:t>
            </a:r>
            <a:r>
              <a:rPr lang="en-US" sz="2170" b="0" u="none" strike="noStrike">
                <a:solidFill>
                  <a:srgbClr val="013566"/>
                </a:solidFill>
                <a:effectLst/>
                <a:uFillTx/>
                <a:latin typeface="DejaVu Sans Mono"/>
                <a:ea typeface="DejaVu Sans Mono"/>
              </a:rPr>
              <a:t>--build </a:t>
            </a:r>
            <a:r>
              <a:rPr lang="en-US" sz="2170" b="0" u="none" strike="noStrike">
                <a:solidFill>
                  <a:srgbClr val="013566"/>
                </a:solidFill>
                <a:effectLst/>
                <a:uFillTx/>
                <a:latin typeface="DejaVu Sans Mono"/>
                <a:ea typeface="DejaVu Sans Mono"/>
              </a:rPr>
              <a:t>build</a:t>
            </a:r>
            <a:endParaRPr lang="en-US" sz="2170" b="0" u="none" strike="noStrike">
              <a:solidFill>
                <a:srgbClr val="000000"/>
              </a:solidFill>
              <a:effectLst/>
              <a:uFillTx/>
              <a:latin typeface="Arial"/>
            </a:endParaRPr>
          </a:p>
          <a:p>
            <a:pPr>
              <a:lnSpc>
                <a:spcPct val="130000"/>
              </a:lnSpc>
            </a:pPr>
            <a:r>
              <a:rPr lang="en-US" sz="2170" b="0" u="none" strike="noStrike">
                <a:solidFill>
                  <a:srgbClr val="013566"/>
                </a:solidFill>
                <a:effectLst/>
                <a:uFillTx/>
                <a:latin typeface="DejaVu Sans Mono"/>
                <a:ea typeface="DejaVu Sans Mono"/>
              </a:rPr>
              <a:t>ctest </a:t>
            </a:r>
            <a:r>
              <a:rPr lang="en-US" sz="2170" b="0" u="none" strike="noStrike">
                <a:solidFill>
                  <a:srgbClr val="013566"/>
                </a:solidFill>
                <a:effectLst/>
                <a:uFillTx/>
                <a:latin typeface="DejaVu Sans Mono"/>
                <a:ea typeface="DejaVu Sans Mono"/>
              </a:rPr>
              <a:t>--test-</a:t>
            </a:r>
            <a:r>
              <a:rPr lang="en-US" sz="2170" b="0" u="none" strike="noStrike">
                <a:solidFill>
                  <a:srgbClr val="013566"/>
                </a:solidFill>
                <a:effectLst/>
                <a:uFillTx/>
                <a:latin typeface="DejaVu Sans Mono"/>
                <a:ea typeface="DejaVu Sans Mono"/>
              </a:rPr>
              <a:t>dir </a:t>
            </a:r>
            <a:r>
              <a:rPr lang="en-US" sz="2170" b="0" u="none" strike="noStrike">
                <a:solidFill>
                  <a:srgbClr val="013566"/>
                </a:solidFill>
                <a:effectLst/>
                <a:uFillTx/>
                <a:latin typeface="DejaVu Sans Mono"/>
                <a:ea typeface="DejaVu Sans Mono"/>
              </a:rPr>
              <a:t>build </a:t>
            </a:r>
            <a:r>
              <a:rPr lang="en-US" sz="2170" b="0" u="none" strike="noStrike">
                <a:solidFill>
                  <a:srgbClr val="013566"/>
                </a:solidFill>
                <a:effectLst/>
                <a:uFillTx/>
                <a:latin typeface="DejaVu Sans Mono"/>
                <a:ea typeface="DejaVu Sans Mono"/>
              </a:rPr>
              <a:t>--</a:t>
            </a:r>
            <a:r>
              <a:rPr lang="en-US" sz="2170" b="0" u="none" strike="noStrike">
                <a:solidFill>
                  <a:srgbClr val="013566"/>
                </a:solidFill>
                <a:effectLst/>
                <a:uFillTx/>
                <a:latin typeface="DejaVu Sans Mono"/>
                <a:ea typeface="DejaVu Sans Mono"/>
              </a:rPr>
              <a:t>verbose</a:t>
            </a:r>
            <a:endParaRPr lang="en-US" sz="2170" b="0" u="none" strike="noStrike">
              <a:solidFill>
                <a:srgbClr val="000000"/>
              </a:solidFill>
              <a:effectLst/>
              <a:uFillTx/>
              <a:latin typeface="Arial"/>
            </a:endParaRPr>
          </a:p>
        </p:txBody>
      </p:sp>
      <p:sp>
        <p:nvSpPr>
          <p:cNvPr id="55" name="runner-explanation"/>
          <p:cNvSpPr/>
          <p:nvPr/>
        </p:nvSpPr>
        <p:spPr>
          <a:xfrm>
            <a:off x="876240" y="3238560"/>
            <a:ext cx="10477080" cy="2952360"/>
          </a:xfrm>
          <a:prstGeom prst="rect">
            <a:avLst/>
          </a:prstGeom>
          <a:noFill/>
          <a:ln w="0">
            <a:noFill/>
          </a:ln>
        </p:spPr>
        <p:style>
          <a:lnRef idx="0"/>
          <a:fillRef idx="0"/>
          <a:effectRef idx="0"/>
          <a:fontRef idx="minor"/>
        </p:style>
        <p:txBody>
          <a:bodyPr wrap="none" lIns="0" tIns="0" rIns="0" bIns="0" anchor="t">
            <a:noAutofit/>
          </a:bodyPr>
          <a:p>
            <a:pPr>
              <a:lnSpc>
                <a:spcPct val="115000"/>
              </a:lnSpc>
            </a:pPr>
            <a:r>
              <a:rPr lang="en-US" sz="2170" b="0" u="none" strike="noStrike">
                <a:solidFill>
                  <a:srgbClr val="013566"/>
                </a:solidFill>
                <a:effectLst/>
                <a:uFillTx/>
                <a:latin typeface="arial"/>
                <a:ea typeface="arial"/>
              </a:rPr>
              <a:t>CMake </a:t>
            </a:r>
            <a:r>
              <a:rPr lang="en-US" sz="2170" b="0" u="none" strike="noStrike">
                <a:solidFill>
                  <a:srgbClr val="013566"/>
                </a:solidFill>
                <a:effectLst/>
                <a:uFillTx/>
                <a:latin typeface="arial"/>
                <a:ea typeface="arial"/>
              </a:rPr>
              <a:t>and GCC </a:t>
            </a:r>
            <a:r>
              <a:rPr lang="en-US" sz="2170" b="0" u="none" strike="noStrike">
                <a:solidFill>
                  <a:srgbClr val="013566"/>
                </a:solidFill>
                <a:effectLst/>
                <a:uFillTx/>
                <a:latin typeface="arial"/>
                <a:ea typeface="arial"/>
              </a:rPr>
              <a:t>build the </a:t>
            </a:r>
            <a:r>
              <a:rPr lang="en-US" sz="2170" b="0" u="none" strike="noStrike">
                <a:solidFill>
                  <a:srgbClr val="013566"/>
                </a:solidFill>
                <a:effectLst/>
                <a:uFillTx/>
                <a:latin typeface="arial"/>
                <a:ea typeface="arial"/>
              </a:rPr>
              <a:t>code. </a:t>
            </a:r>
            <a:r>
              <a:rPr lang="en-US" sz="2170" b="0" u="none" strike="noStrike">
                <a:solidFill>
                  <a:srgbClr val="013566"/>
                </a:solidFill>
                <a:effectLst/>
                <a:uFillTx/>
                <a:latin typeface="arial"/>
                <a:ea typeface="arial"/>
              </a:rPr>
              <a:t>cmocka </a:t>
            </a:r>
            <a:r>
              <a:rPr lang="en-US" sz="2170" b="0" u="none" strike="noStrike">
                <a:solidFill>
                  <a:srgbClr val="013566"/>
                </a:solidFill>
                <a:effectLst/>
                <a:uFillTx/>
                <a:latin typeface="arial"/>
                <a:ea typeface="arial"/>
              </a:rPr>
              <a:t>runs the </a:t>
            </a:r>
            <a:r>
              <a:rPr lang="en-US" sz="2170" b="0" u="none" strike="noStrike">
                <a:solidFill>
                  <a:srgbClr val="013566"/>
                </a:solidFill>
                <a:effectLst/>
                <a:uFillTx/>
                <a:latin typeface="arial"/>
                <a:ea typeface="arial"/>
              </a:rPr>
              <a:t>assertion</a:t>
            </a:r>
            <a:r>
              <a:rPr lang="en-US" sz="2170" b="0" u="none" strike="noStrike">
                <a:solidFill>
                  <a:srgbClr val="013566"/>
                </a:solidFill>
                <a:effectLst/>
                <a:uFillTx/>
                <a:latin typeface="arial"/>
                <a:ea typeface="arial"/>
              </a:rPr>
              <a:t>s.</a:t>
            </a:r>
            <a:endParaRPr lang="en-US" sz="2170" b="0" u="none" strike="noStrike">
              <a:solidFill>
                <a:srgbClr val="000000"/>
              </a:solidFill>
              <a:effectLst/>
              <a:uFillTx/>
              <a:latin typeface="Arial"/>
            </a:endParaRPr>
          </a:p>
          <a:p>
            <a:pPr>
              <a:lnSpc>
                <a:spcPct val="115000"/>
              </a:lnSpc>
            </a:pPr>
            <a:r>
              <a:rPr lang="en-US" sz="2170" b="0" u="none" strike="noStrike">
                <a:solidFill>
                  <a:srgbClr val="013566"/>
                </a:solidFill>
                <a:effectLst/>
                <a:uFillTx/>
                <a:latin typeface="arial"/>
                <a:ea typeface="arial"/>
              </a:rPr>
              <a:t>CTest </a:t>
            </a:r>
            <a:r>
              <a:rPr lang="en-US" sz="2170" b="0" u="none" strike="noStrike">
                <a:solidFill>
                  <a:srgbClr val="013566"/>
                </a:solidFill>
                <a:effectLst/>
                <a:uFillTx/>
                <a:latin typeface="arial"/>
                <a:ea typeface="arial"/>
              </a:rPr>
              <a:t>launches </a:t>
            </a:r>
            <a:r>
              <a:rPr lang="en-US" sz="2170" b="0" u="none" strike="noStrike">
                <a:solidFill>
                  <a:srgbClr val="013566"/>
                </a:solidFill>
                <a:effectLst/>
                <a:uFillTx/>
                <a:latin typeface="arial"/>
                <a:ea typeface="arial"/>
              </a:rPr>
              <a:t>the </a:t>
            </a:r>
            <a:r>
              <a:rPr lang="en-US" sz="2170" b="0" u="none" strike="noStrike">
                <a:solidFill>
                  <a:srgbClr val="013566"/>
                </a:solidFill>
                <a:effectLst/>
                <a:uFillTx/>
                <a:latin typeface="arial"/>
                <a:ea typeface="arial"/>
              </a:rPr>
              <a:t>executabl</a:t>
            </a:r>
            <a:r>
              <a:rPr lang="en-US" sz="2170" b="0" u="none" strike="noStrike">
                <a:solidFill>
                  <a:srgbClr val="013566"/>
                </a:solidFill>
                <a:effectLst/>
                <a:uFillTx/>
                <a:latin typeface="arial"/>
                <a:ea typeface="arial"/>
              </a:rPr>
              <a:t>e and </a:t>
            </a:r>
            <a:r>
              <a:rPr lang="en-US" sz="2170" b="0" u="none" strike="noStrike">
                <a:solidFill>
                  <a:srgbClr val="013566"/>
                </a:solidFill>
                <a:effectLst/>
                <a:uFillTx/>
                <a:latin typeface="arial"/>
                <a:ea typeface="arial"/>
              </a:rPr>
              <a:t>checks </a:t>
            </a:r>
            <a:r>
              <a:rPr lang="en-US" sz="2170" b="0" u="none" strike="noStrike">
                <a:solidFill>
                  <a:srgbClr val="013566"/>
                </a:solidFill>
                <a:effectLst/>
                <a:uFillTx/>
                <a:latin typeface="arial"/>
                <a:ea typeface="arial"/>
              </a:rPr>
              <a:t>its exit </a:t>
            </a:r>
            <a:r>
              <a:rPr lang="en-US" sz="2170" b="0" u="none" strike="noStrike">
                <a:solidFill>
                  <a:srgbClr val="013566"/>
                </a:solidFill>
                <a:effectLst/>
                <a:uFillTx/>
                <a:latin typeface="arial"/>
                <a:ea typeface="arial"/>
              </a:rPr>
              <a:t>status.</a:t>
            </a:r>
            <a:endParaRPr lang="en-US" sz="2170" b="0" u="none" strike="noStrike">
              <a:solidFill>
                <a:srgbClr val="000000"/>
              </a:solidFill>
              <a:effectLst/>
              <a:uFillTx/>
              <a:latin typeface="Arial"/>
            </a:endParaRPr>
          </a:p>
          <a:p>
            <a:pPr>
              <a:lnSpc>
                <a:spcPct val="100000"/>
              </a:lnSpc>
            </a:pPr>
            <a:endParaRPr lang="en-US" sz="2170" b="0" u="none" strike="noStrike">
              <a:solidFill>
                <a:srgbClr val="000000"/>
              </a:solidFill>
              <a:effectLst/>
              <a:uFillTx/>
              <a:latin typeface="Arial"/>
            </a:endParaRPr>
          </a:p>
          <a:p>
            <a:pPr>
              <a:lnSpc>
                <a:spcPct val="115000"/>
              </a:lnSpc>
            </a:pPr>
            <a:r>
              <a:rPr lang="en-US" sz="2170" b="0" u="none" strike="noStrike">
                <a:solidFill>
                  <a:srgbClr val="013566"/>
                </a:solidFill>
                <a:effectLst/>
                <a:uFillTx/>
                <a:latin typeface="arial"/>
                <a:ea typeface="arial"/>
              </a:rPr>
              <a:t>The test </a:t>
            </a:r>
            <a:r>
              <a:rPr lang="en-US" sz="2170" b="0" u="none" strike="noStrike">
                <a:solidFill>
                  <a:srgbClr val="013566"/>
                </a:solidFill>
                <a:effectLst/>
                <a:uFillTx/>
                <a:latin typeface="arial"/>
                <a:ea typeface="arial"/>
              </a:rPr>
              <a:t>runner </a:t>
            </a:r>
            <a:r>
              <a:rPr lang="en-US" sz="2170" b="0" u="none" strike="noStrike">
                <a:solidFill>
                  <a:srgbClr val="013566"/>
                </a:solidFill>
                <a:effectLst/>
                <a:uFillTx/>
                <a:latin typeface="arial"/>
                <a:ea typeface="arial"/>
              </a:rPr>
              <a:t>registers </a:t>
            </a:r>
            <a:r>
              <a:rPr lang="en-US" sz="2170" b="0" u="none" strike="noStrike">
                <a:solidFill>
                  <a:srgbClr val="013566"/>
                </a:solidFill>
                <a:effectLst/>
                <a:uFillTx/>
                <a:latin typeface="arial"/>
                <a:ea typeface="arial"/>
              </a:rPr>
              <a:t>each </a:t>
            </a:r>
            <a:r>
              <a:rPr lang="en-US" sz="2170" b="0" u="none" strike="noStrike">
                <a:solidFill>
                  <a:srgbClr val="013566"/>
                </a:solidFill>
                <a:effectLst/>
                <a:uFillTx/>
                <a:latin typeface="arial"/>
                <a:ea typeface="arial"/>
              </a:rPr>
              <a:t>case with </a:t>
            </a:r>
            <a:r>
              <a:rPr lang="en-US" sz="2170" b="0" u="none" strike="noStrike">
                <a:solidFill>
                  <a:srgbClr val="013566"/>
                </a:solidFill>
                <a:effectLst/>
                <a:uFillTx/>
                <a:latin typeface="DejaVu Sans Mono"/>
                <a:ea typeface="arial"/>
              </a:rPr>
              <a:t>cmocka_</a:t>
            </a:r>
            <a:r>
              <a:rPr lang="en-US" sz="2170" b="0" u="none" strike="noStrike">
                <a:solidFill>
                  <a:srgbClr val="013566"/>
                </a:solidFill>
                <a:effectLst/>
                <a:uFillTx/>
                <a:latin typeface="DejaVu Sans Mono"/>
                <a:ea typeface="arial"/>
              </a:rPr>
              <a:t>unit_te</a:t>
            </a:r>
            <a:r>
              <a:rPr lang="en-US" sz="2170" b="0" u="none" strike="noStrike">
                <a:solidFill>
                  <a:srgbClr val="013566"/>
                </a:solidFill>
                <a:effectLst/>
                <a:uFillTx/>
                <a:latin typeface="DejaVu Sans Mono"/>
                <a:ea typeface="arial"/>
              </a:rPr>
              <a:t>st</a:t>
            </a:r>
            <a:r>
              <a:rPr lang="en-US" sz="2170" b="0" u="none" strike="noStrike">
                <a:solidFill>
                  <a:srgbClr val="013566"/>
                </a:solidFill>
                <a:effectLst/>
                <a:uFillTx/>
                <a:latin typeface="arial"/>
                <a:ea typeface="arial"/>
              </a:rPr>
              <a:t>.</a:t>
            </a:r>
            <a:endParaRPr lang="en-US" sz="2170" b="0" u="none" strike="noStrike">
              <a:solidFill>
                <a:srgbClr val="000000"/>
              </a:solidFill>
              <a:effectLst/>
              <a:uFillTx/>
              <a:latin typeface="Arial"/>
            </a:endParaRPr>
          </a:p>
          <a:p>
            <a:pPr>
              <a:lnSpc>
                <a:spcPct val="115000"/>
              </a:lnSpc>
            </a:pPr>
            <a:r>
              <a:rPr lang="en-US" sz="2170" b="0" u="none" strike="noStrike">
                <a:solidFill>
                  <a:srgbClr val="013566"/>
                </a:solidFill>
                <a:effectLst/>
                <a:uFillTx/>
                <a:latin typeface="DejaVu Sans Mono"/>
                <a:ea typeface="arial"/>
              </a:rPr>
              <a:t>cmocka_</a:t>
            </a:r>
            <a:r>
              <a:rPr lang="en-US" sz="2170" b="0" u="none" strike="noStrike">
                <a:solidFill>
                  <a:srgbClr val="013566"/>
                </a:solidFill>
                <a:effectLst/>
                <a:uFillTx/>
                <a:latin typeface="DejaVu Sans Mono"/>
                <a:ea typeface="arial"/>
              </a:rPr>
              <a:t>run_gro</a:t>
            </a:r>
            <a:r>
              <a:rPr lang="en-US" sz="2170" b="0" u="none" strike="noStrike">
                <a:solidFill>
                  <a:srgbClr val="013566"/>
                </a:solidFill>
                <a:effectLst/>
                <a:uFillTx/>
                <a:latin typeface="DejaVu Sans Mono"/>
                <a:ea typeface="arial"/>
              </a:rPr>
              <a:t>up_test</a:t>
            </a:r>
            <a:r>
              <a:rPr lang="en-US" sz="2170" b="0" u="none" strike="noStrike">
                <a:solidFill>
                  <a:srgbClr val="013566"/>
                </a:solidFill>
                <a:effectLst/>
                <a:uFillTx/>
                <a:latin typeface="DejaVu Sans Mono"/>
                <a:ea typeface="arial"/>
              </a:rPr>
              <a:t>s</a:t>
            </a:r>
            <a:r>
              <a:rPr lang="en-US" sz="2170" b="0" u="none" strike="noStrike">
                <a:solidFill>
                  <a:srgbClr val="013566"/>
                </a:solidFill>
                <a:effectLst/>
                <a:uFillTx/>
                <a:latin typeface="arial"/>
                <a:ea typeface="arial"/>
              </a:rPr>
              <a:t> </a:t>
            </a:r>
            <a:r>
              <a:rPr lang="en-US" sz="2170" b="0" u="none" strike="noStrike">
                <a:solidFill>
                  <a:srgbClr val="013566"/>
                </a:solidFill>
                <a:effectLst/>
                <a:uFillTx/>
                <a:latin typeface="arial"/>
                <a:ea typeface="arial"/>
              </a:rPr>
              <a:t>executes </a:t>
            </a:r>
            <a:r>
              <a:rPr lang="en-US" sz="2170" b="0" u="none" strike="noStrike">
                <a:solidFill>
                  <a:srgbClr val="013566"/>
                </a:solidFill>
                <a:effectLst/>
                <a:uFillTx/>
                <a:latin typeface="arial"/>
                <a:ea typeface="arial"/>
              </a:rPr>
              <a:t>the array </a:t>
            </a:r>
            <a:r>
              <a:rPr lang="en-US" sz="2170" b="0" u="none" strike="noStrike">
                <a:solidFill>
                  <a:srgbClr val="013566"/>
                </a:solidFill>
                <a:effectLst/>
                <a:uFillTx/>
                <a:latin typeface="arial"/>
                <a:ea typeface="arial"/>
              </a:rPr>
              <a:t>of cases.</a:t>
            </a:r>
            <a:endParaRPr lang="en-US" sz="2170" b="0" u="none" strike="noStrike">
              <a:solidFill>
                <a:srgbClr val="000000"/>
              </a:solidFill>
              <a:effectLst/>
              <a:uFillTx/>
              <a:latin typeface="Arial"/>
            </a:endParaRPr>
          </a:p>
          <a:p>
            <a:pPr>
              <a:lnSpc>
                <a:spcPct val="100000"/>
              </a:lnSpc>
            </a:pPr>
            <a:endParaRPr lang="en-US" sz="2170" b="0" u="none" strike="noStrike">
              <a:solidFill>
                <a:srgbClr val="000000"/>
              </a:solidFill>
              <a:effectLst/>
              <a:uFillTx/>
              <a:latin typeface="Arial"/>
            </a:endParaRPr>
          </a:p>
          <a:p>
            <a:pPr>
              <a:lnSpc>
                <a:spcPct val="115000"/>
              </a:lnSpc>
            </a:pPr>
            <a:r>
              <a:rPr lang="en-US" sz="2170" b="0" u="none" strike="noStrike">
                <a:solidFill>
                  <a:srgbClr val="013566"/>
                </a:solidFill>
                <a:effectLst/>
                <a:uFillTx/>
                <a:latin typeface="arial"/>
                <a:ea typeface="arial"/>
              </a:rPr>
              <a:t>CTest: 1 </a:t>
            </a:r>
            <a:r>
              <a:rPr lang="en-US" sz="2170" b="0" u="none" strike="noStrike">
                <a:solidFill>
                  <a:srgbClr val="013566"/>
                </a:solidFill>
                <a:effectLst/>
                <a:uFillTx/>
                <a:latin typeface="arial"/>
                <a:ea typeface="arial"/>
              </a:rPr>
              <a:t>executabl</a:t>
            </a:r>
            <a:r>
              <a:rPr lang="en-US" sz="2170" b="0" u="none" strike="noStrike">
                <a:solidFill>
                  <a:srgbClr val="013566"/>
                </a:solidFill>
                <a:effectLst/>
                <a:uFillTx/>
                <a:latin typeface="arial"/>
                <a:ea typeface="arial"/>
              </a:rPr>
              <a:t>e. Inside </a:t>
            </a:r>
            <a:r>
              <a:rPr lang="en-US" sz="2170" b="0" u="none" strike="noStrike">
                <a:solidFill>
                  <a:srgbClr val="013566"/>
                </a:solidFill>
                <a:effectLst/>
                <a:uFillTx/>
                <a:latin typeface="arial"/>
                <a:ea typeface="arial"/>
              </a:rPr>
              <a:t>it, </a:t>
            </a:r>
            <a:r>
              <a:rPr lang="en-US" sz="2170" b="0" u="none" strike="noStrike">
                <a:solidFill>
                  <a:srgbClr val="013566"/>
                </a:solidFill>
                <a:effectLst/>
                <a:uFillTx/>
                <a:latin typeface="arial"/>
                <a:ea typeface="arial"/>
              </a:rPr>
              <a:t>cmocka: </a:t>
            </a:r>
            <a:r>
              <a:rPr lang="en-US" sz="2170" b="0" u="none" strike="noStrike">
                <a:solidFill>
                  <a:srgbClr val="013566"/>
                </a:solidFill>
                <a:effectLst/>
                <a:uFillTx/>
                <a:latin typeface="arial"/>
                <a:ea typeface="arial"/>
              </a:rPr>
              <a:t>12 test </a:t>
            </a:r>
            <a:r>
              <a:rPr lang="en-US" sz="2170" b="0" u="none" strike="noStrike">
                <a:solidFill>
                  <a:srgbClr val="013566"/>
                </a:solidFill>
                <a:effectLst/>
                <a:uFillTx/>
                <a:latin typeface="arial"/>
                <a:ea typeface="arial"/>
              </a:rPr>
              <a:t>cases.</a:t>
            </a:r>
            <a:endParaRPr lang="en-US" sz="217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513000" y="673560"/>
            <a:ext cx="11165760" cy="571320"/>
          </a:xfrm>
          <a:prstGeom prst="rect">
            <a:avLst/>
          </a:prstGeom>
          <a:noFill/>
          <a:ln w="0">
            <a:noFill/>
          </a:ln>
        </p:spPr>
        <p:txBody>
          <a:bodyPr lIns="0" tIns="0" rIns="0" bIns="0" anchor="t">
            <a:noAutofit/>
          </a:bodyPr>
          <a:p>
            <a:pPr indent="0" algn="l">
              <a:lnSpc>
                <a:spcPct val="115000"/>
              </a:lnSpc>
              <a:buNone/>
            </a:pPr>
            <a:r>
              <a:rPr lang="en-US" sz="3340" b="1" u="none" strike="noStrike">
                <a:solidFill>
                  <a:srgbClr val="013566"/>
                </a:solidFill>
                <a:effectLst/>
                <a:uFillTx/>
                <a:latin typeface="Arial"/>
                <a:ea typeface="Arial"/>
              </a:rPr>
              <a:t>A </a:t>
            </a:r>
            <a:r>
              <a:rPr lang="en-US" sz="3340" b="1" u="none" strike="noStrike">
                <a:solidFill>
                  <a:srgbClr val="013566"/>
                </a:solidFill>
                <a:effectLst/>
                <a:uFillTx/>
                <a:latin typeface="Arial"/>
                <a:ea typeface="Arial"/>
              </a:rPr>
              <a:t>boun</a:t>
            </a:r>
            <a:r>
              <a:rPr lang="en-US" sz="3340" b="1" u="none" strike="noStrike">
                <a:solidFill>
                  <a:srgbClr val="013566"/>
                </a:solidFill>
                <a:effectLst/>
                <a:uFillTx/>
                <a:latin typeface="Arial"/>
                <a:ea typeface="Arial"/>
              </a:rPr>
              <a:t>dary </a:t>
            </a:r>
            <a:r>
              <a:rPr lang="en-US" sz="3340" b="1" u="none" strike="noStrike">
                <a:solidFill>
                  <a:srgbClr val="013566"/>
                </a:solidFill>
                <a:effectLst/>
                <a:uFillTx/>
                <a:latin typeface="Arial"/>
                <a:ea typeface="Arial"/>
              </a:rPr>
              <a:t>bug </a:t>
            </a:r>
            <a:r>
              <a:rPr lang="en-US" sz="3340" b="1" u="none" strike="noStrike">
                <a:solidFill>
                  <a:srgbClr val="013566"/>
                </a:solidFill>
                <a:effectLst/>
                <a:uFillTx/>
                <a:latin typeface="Arial"/>
                <a:ea typeface="Arial"/>
              </a:rPr>
              <a:t>caug</a:t>
            </a:r>
            <a:r>
              <a:rPr lang="en-US" sz="3340" b="1" u="none" strike="noStrike">
                <a:solidFill>
                  <a:srgbClr val="013566"/>
                </a:solidFill>
                <a:effectLst/>
                <a:uFillTx/>
                <a:latin typeface="Arial"/>
                <a:ea typeface="Arial"/>
              </a:rPr>
              <a:t>ht by </a:t>
            </a:r>
            <a:r>
              <a:rPr lang="en-US" sz="3340" b="1" u="none" strike="noStrike">
                <a:solidFill>
                  <a:srgbClr val="013566"/>
                </a:solidFill>
                <a:effectLst/>
                <a:uFillTx/>
                <a:latin typeface="Arial"/>
                <a:ea typeface="Arial"/>
              </a:rPr>
              <a:t>the </a:t>
            </a:r>
            <a:r>
              <a:rPr lang="en-US" sz="3340" b="1" u="none" strike="noStrike">
                <a:solidFill>
                  <a:srgbClr val="013566"/>
                </a:solidFill>
                <a:effectLst/>
                <a:uFillTx/>
                <a:latin typeface="Arial"/>
                <a:ea typeface="Arial"/>
              </a:rPr>
              <a:t>tests</a:t>
            </a:r>
            <a:endParaRPr lang="en-US" sz="3340" b="1" u="none" strike="noStrike">
              <a:solidFill>
                <a:srgbClr val="013566"/>
              </a:solidFill>
              <a:effectLst/>
              <a:uFillTx/>
              <a:latin typeface="Arial"/>
            </a:endParaRPr>
          </a:p>
        </p:txBody>
      </p:sp>
      <p:sp>
        <p:nvSpPr>
          <p:cNvPr id="57" name="PlaceHolder 2"/>
          <p:cNvSpPr>
            <a:spLocks noGrp="1"/>
          </p:cNvSpPr>
          <p:nvPr>
            <p:ph/>
          </p:nvPr>
        </p:nvSpPr>
        <p:spPr>
          <a:xfrm>
            <a:off x="581040" y="1562040"/>
            <a:ext cx="11029680" cy="9000"/>
          </a:xfrm>
          <a:prstGeom prst="rect">
            <a:avLst/>
          </a:prstGeom>
          <a:noFill/>
          <a:ln w="0">
            <a:noFill/>
          </a:ln>
        </p:spPr>
        <p:txBody>
          <a:bodyPr lIns="0" tIns="0" rIns="0" bIns="0" anchor="t">
            <a:noAutofit/>
          </a:bodyPr>
          <a:p>
            <a:pPr marL="609480" indent="-304920" algn="l">
              <a:buNone/>
              <a:tabLst>
                <a:tab pos="0" algn="l"/>
              </a:tabLst>
            </a:pPr>
            <a:endParaRPr lang="en-US" sz="2400" b="0" u="none" strike="noStrike">
              <a:solidFill>
                <a:srgbClr val="013566"/>
              </a:solidFill>
              <a:effectLst/>
              <a:uFillTx/>
              <a:latin typeface="arial"/>
            </a:endParaRPr>
          </a:p>
        </p:txBody>
      </p:sp>
      <p:sp>
        <p:nvSpPr>
          <p:cNvPr id="58" name="bug-label"/>
          <p:cNvSpPr/>
          <p:nvPr/>
        </p:nvSpPr>
        <p:spPr>
          <a:xfrm>
            <a:off x="714240" y="1581120"/>
            <a:ext cx="10810440" cy="380520"/>
          </a:xfrm>
          <a:prstGeom prst="rect">
            <a:avLst/>
          </a:prstGeom>
          <a:noFill/>
          <a:ln w="0">
            <a:noFill/>
          </a:ln>
        </p:spPr>
        <p:style>
          <a:lnRef idx="0"/>
          <a:fillRef idx="0"/>
          <a:effectRef idx="0"/>
          <a:fontRef idx="minor"/>
        </p:style>
        <p:txBody>
          <a:bodyPr wrap="none" lIns="0" tIns="0" rIns="0" bIns="0" anchor="t">
            <a:noAutofit/>
          </a:bodyPr>
          <a:p>
            <a:pPr>
              <a:lnSpc>
                <a:spcPct val="115000"/>
              </a:lnSpc>
            </a:pPr>
            <a:r>
              <a:rPr lang="en-US" sz="2250" b="1" u="none" strike="noStrike">
                <a:solidFill>
                  <a:srgbClr val="9B1C20"/>
                </a:solidFill>
                <a:effectLst/>
                <a:uFillTx/>
                <a:latin typeface="arial"/>
                <a:ea typeface="arial"/>
              </a:rPr>
              <a:t>Buggy </a:t>
            </a:r>
            <a:r>
              <a:rPr lang="en-US" sz="2250" b="1" u="none" strike="noStrike">
                <a:solidFill>
                  <a:srgbClr val="9B1C20"/>
                </a:solidFill>
                <a:effectLst/>
                <a:uFillTx/>
                <a:latin typeface="arial"/>
                <a:ea typeface="arial"/>
              </a:rPr>
              <a:t>calculati</a:t>
            </a:r>
            <a:r>
              <a:rPr lang="en-US" sz="2250" b="1" u="none" strike="noStrike">
                <a:solidFill>
                  <a:srgbClr val="9B1C20"/>
                </a:solidFill>
                <a:effectLst/>
                <a:uFillTx/>
                <a:latin typeface="arial"/>
                <a:ea typeface="arial"/>
              </a:rPr>
              <a:t>on</a:t>
            </a:r>
            <a:endParaRPr lang="en-US" sz="2250" b="0" u="none" strike="noStrike">
              <a:solidFill>
                <a:srgbClr val="000000"/>
              </a:solidFill>
              <a:effectLst/>
              <a:uFillTx/>
              <a:latin typeface="Arial"/>
            </a:endParaRPr>
          </a:p>
        </p:txBody>
      </p:sp>
      <p:sp>
        <p:nvSpPr>
          <p:cNvPr id="59" name="bug-expression"/>
          <p:cNvSpPr/>
          <p:nvPr/>
        </p:nvSpPr>
        <p:spPr>
          <a:xfrm>
            <a:off x="714240" y="2066760"/>
            <a:ext cx="10810440" cy="475920"/>
          </a:xfrm>
          <a:prstGeom prst="rect">
            <a:avLst/>
          </a:prstGeom>
          <a:noFill/>
          <a:ln w="0">
            <a:noFill/>
          </a:ln>
        </p:spPr>
        <p:style>
          <a:lnRef idx="0"/>
          <a:fillRef idx="0"/>
          <a:effectRef idx="0"/>
          <a:fontRef idx="minor"/>
        </p:style>
        <p:txBody>
          <a:bodyPr wrap="none" lIns="0" tIns="0" rIns="0" bIns="0" anchor="t">
            <a:noAutofit/>
          </a:bodyPr>
          <a:p>
            <a:pPr>
              <a:lnSpc>
                <a:spcPct val="115000"/>
              </a:lnSpc>
            </a:pPr>
            <a:r>
              <a:rPr lang="en-US" sz="2250" b="0" u="none" strike="noStrike">
                <a:solidFill>
                  <a:srgbClr val="1D4ED8"/>
                </a:solidFill>
                <a:effectLst/>
                <a:uFillTx/>
                <a:latin typeface="DejaVu Sans Mono"/>
                <a:ea typeface="DejaVu Sans Mono"/>
              </a:rPr>
              <a:t>int</a:t>
            </a:r>
            <a:r>
              <a:rPr lang="en-US" sz="2250" b="0" u="none" strike="noStrike">
                <a:solidFill>
                  <a:srgbClr val="243247"/>
                </a:solidFill>
                <a:effectLst/>
                <a:uFillTx/>
                <a:latin typeface="DejaVu Sans Mono"/>
                <a:ea typeface="DejaVu Sans Mono"/>
              </a:rPr>
              <a:t> additional_hours = minutes / </a:t>
            </a:r>
            <a:r>
              <a:rPr lang="en-US" sz="2250" b="0" u="none" strike="noStrike">
                <a:solidFill>
                  <a:srgbClr val="A3470A"/>
                </a:solidFill>
                <a:effectLst/>
                <a:uFillTx/>
                <a:latin typeface="DejaVu Sans Mono"/>
                <a:ea typeface="DejaVu Sans Mono"/>
              </a:rPr>
              <a:t>60</a:t>
            </a:r>
            <a:r>
              <a:rPr lang="en-US" sz="2250" b="0" u="none" strike="noStrike">
                <a:solidFill>
                  <a:srgbClr val="243247"/>
                </a:solidFill>
                <a:effectLst/>
                <a:uFillTx/>
                <a:latin typeface="DejaVu Sans Mono"/>
                <a:ea typeface="DejaVu Sans Mono"/>
              </a:rPr>
              <a:t>;</a:t>
            </a:r>
            <a:endParaRPr lang="en-US" sz="2250" b="0" u="none" strike="noStrike">
              <a:solidFill>
                <a:srgbClr val="000000"/>
              </a:solidFill>
              <a:effectLst/>
              <a:uFillTx/>
              <a:latin typeface="Arial"/>
            </a:endParaRPr>
          </a:p>
        </p:txBody>
      </p:sp>
      <p:sp>
        <p:nvSpPr>
          <p:cNvPr id="60" name="bug-observation"/>
          <p:cNvSpPr/>
          <p:nvPr/>
        </p:nvSpPr>
        <p:spPr>
          <a:xfrm>
            <a:off x="714240" y="2762280"/>
            <a:ext cx="10810440" cy="837720"/>
          </a:xfrm>
          <a:prstGeom prst="rect">
            <a:avLst/>
          </a:prstGeom>
          <a:noFill/>
          <a:ln w="0">
            <a:noFill/>
          </a:ln>
        </p:spPr>
        <p:style>
          <a:lnRef idx="0"/>
          <a:fillRef idx="0"/>
          <a:effectRef idx="0"/>
          <a:fontRef idx="minor"/>
        </p:style>
        <p:txBody>
          <a:bodyPr wrap="none" lIns="0" tIns="0" rIns="0" bIns="0" anchor="t">
            <a:noAutofit/>
          </a:bodyPr>
          <a:p>
            <a:pPr>
              <a:lnSpc>
                <a:spcPct val="115000"/>
              </a:lnSpc>
            </a:pPr>
            <a:r>
              <a:rPr lang="en-US" sz="2250" b="0" u="none" strike="noStrike">
                <a:solidFill>
                  <a:srgbClr val="013566"/>
                </a:solidFill>
                <a:effectLst/>
                <a:uFillTx/>
                <a:latin typeface="arial"/>
                <a:ea typeface="arial"/>
              </a:rPr>
              <a:t>At 60 </a:t>
            </a:r>
            <a:r>
              <a:rPr lang="en-US" sz="2250" b="0" u="none" strike="noStrike">
                <a:solidFill>
                  <a:srgbClr val="013566"/>
                </a:solidFill>
                <a:effectLst/>
                <a:uFillTx/>
                <a:latin typeface="arial"/>
                <a:ea typeface="arial"/>
              </a:rPr>
              <a:t>minutes, </a:t>
            </a:r>
            <a:r>
              <a:rPr lang="en-US" sz="2250" b="0" u="none" strike="noStrike">
                <a:solidFill>
                  <a:srgbClr val="013566"/>
                </a:solidFill>
                <a:effectLst/>
                <a:uFillTx/>
                <a:latin typeface="arial"/>
                <a:ea typeface="arial"/>
              </a:rPr>
              <a:t>it returns </a:t>
            </a:r>
            <a:r>
              <a:rPr lang="en-US" sz="2250" b="0" u="none" strike="noStrike">
                <a:solidFill>
                  <a:srgbClr val="013566"/>
                </a:solidFill>
                <a:effectLst/>
                <a:uFillTx/>
                <a:latin typeface="arial"/>
                <a:ea typeface="arial"/>
              </a:rPr>
              <a:t>700 </a:t>
            </a:r>
            <a:r>
              <a:rPr lang="en-US" sz="2250" b="0" u="none" strike="noStrike">
                <a:solidFill>
                  <a:srgbClr val="013566"/>
                </a:solidFill>
                <a:effectLst/>
                <a:uFillTx/>
                <a:latin typeface="arial"/>
                <a:ea typeface="arial"/>
              </a:rPr>
              <a:t>cents. </a:t>
            </a:r>
            <a:r>
              <a:rPr lang="en-US" sz="2250" b="0" u="none" strike="noStrike">
                <a:solidFill>
                  <a:srgbClr val="013566"/>
                </a:solidFill>
                <a:effectLst/>
                <a:uFillTx/>
                <a:latin typeface="arial"/>
                <a:ea typeface="arial"/>
              </a:rPr>
              <a:t>The rule </a:t>
            </a:r>
            <a:r>
              <a:rPr lang="en-US" sz="2250" b="0" u="none" strike="noStrike">
                <a:solidFill>
                  <a:srgbClr val="013566"/>
                </a:solidFill>
                <a:effectLst/>
                <a:uFillTx/>
                <a:latin typeface="arial"/>
                <a:ea typeface="arial"/>
              </a:rPr>
              <a:t>requires </a:t>
            </a:r>
            <a:r>
              <a:rPr lang="en-US" sz="2250" b="0" u="none" strike="noStrike">
                <a:solidFill>
                  <a:srgbClr val="013566"/>
                </a:solidFill>
                <a:effectLst/>
                <a:uFillTx/>
                <a:latin typeface="arial"/>
                <a:ea typeface="arial"/>
              </a:rPr>
              <a:t>500.</a:t>
            </a:r>
            <a:endParaRPr lang="en-US" sz="2250" b="0" u="none" strike="noStrike">
              <a:solidFill>
                <a:srgbClr val="000000"/>
              </a:solidFill>
              <a:effectLst/>
              <a:uFillTx/>
              <a:latin typeface="Arial"/>
            </a:endParaRPr>
          </a:p>
          <a:p>
            <a:pPr>
              <a:lnSpc>
                <a:spcPct val="115000"/>
              </a:lnSpc>
            </a:pPr>
            <a:r>
              <a:rPr lang="en-US" sz="2250" b="0" u="none" strike="noStrike">
                <a:solidFill>
                  <a:srgbClr val="013566"/>
                </a:solidFill>
                <a:effectLst/>
                <a:uFillTx/>
                <a:latin typeface="arial"/>
                <a:ea typeface="arial"/>
              </a:rPr>
              <a:t>The 120- </a:t>
            </a:r>
            <a:r>
              <a:rPr lang="en-US" sz="2250" b="0" u="none" strike="noStrike">
                <a:solidFill>
                  <a:srgbClr val="013566"/>
                </a:solidFill>
                <a:effectLst/>
                <a:uFillTx/>
                <a:latin typeface="arial"/>
                <a:ea typeface="arial"/>
              </a:rPr>
              <a:t>and </a:t>
            </a:r>
            <a:r>
              <a:rPr lang="en-US" sz="2250" b="0" u="none" strike="noStrike">
                <a:solidFill>
                  <a:srgbClr val="013566"/>
                </a:solidFill>
                <a:effectLst/>
                <a:uFillTx/>
                <a:latin typeface="arial"/>
                <a:ea typeface="arial"/>
              </a:rPr>
              <a:t>1440-</a:t>
            </a:r>
            <a:r>
              <a:rPr lang="en-US" sz="2250" b="0" u="none" strike="noStrike">
                <a:solidFill>
                  <a:srgbClr val="013566"/>
                </a:solidFill>
                <a:effectLst/>
                <a:uFillTx/>
                <a:latin typeface="arial"/>
                <a:ea typeface="arial"/>
              </a:rPr>
              <a:t>minute </a:t>
            </a:r>
            <a:r>
              <a:rPr lang="en-US" sz="2250" b="0" u="none" strike="noStrike">
                <a:solidFill>
                  <a:srgbClr val="013566"/>
                </a:solidFill>
                <a:effectLst/>
                <a:uFillTx/>
                <a:latin typeface="arial"/>
                <a:ea typeface="arial"/>
              </a:rPr>
              <a:t>tests </a:t>
            </a:r>
            <a:r>
              <a:rPr lang="en-US" sz="2250" b="0" u="none" strike="noStrike">
                <a:solidFill>
                  <a:srgbClr val="013566"/>
                </a:solidFill>
                <a:effectLst/>
                <a:uFillTx/>
                <a:latin typeface="arial"/>
                <a:ea typeface="arial"/>
              </a:rPr>
              <a:t>also fail.</a:t>
            </a:r>
            <a:endParaRPr lang="en-US" sz="2250" b="0" u="none" strike="noStrike">
              <a:solidFill>
                <a:srgbClr val="000000"/>
              </a:solidFill>
              <a:effectLst/>
              <a:uFillTx/>
              <a:latin typeface="Arial"/>
            </a:endParaRPr>
          </a:p>
        </p:txBody>
      </p:sp>
      <p:sp>
        <p:nvSpPr>
          <p:cNvPr id="61" name="fix-label"/>
          <p:cNvSpPr/>
          <p:nvPr/>
        </p:nvSpPr>
        <p:spPr>
          <a:xfrm>
            <a:off x="714240" y="3876840"/>
            <a:ext cx="10810440" cy="380520"/>
          </a:xfrm>
          <a:prstGeom prst="rect">
            <a:avLst/>
          </a:prstGeom>
          <a:noFill/>
          <a:ln w="0">
            <a:noFill/>
          </a:ln>
        </p:spPr>
        <p:style>
          <a:lnRef idx="0"/>
          <a:fillRef idx="0"/>
          <a:effectRef idx="0"/>
          <a:fontRef idx="minor"/>
        </p:style>
        <p:txBody>
          <a:bodyPr wrap="none" lIns="0" tIns="0" rIns="0" bIns="0" anchor="t">
            <a:noAutofit/>
          </a:bodyPr>
          <a:p>
            <a:pPr>
              <a:lnSpc>
                <a:spcPct val="115000"/>
              </a:lnSpc>
            </a:pPr>
            <a:r>
              <a:rPr lang="en-US" sz="2250" b="1" u="none" strike="noStrike">
                <a:solidFill>
                  <a:srgbClr val="013566"/>
                </a:solidFill>
                <a:effectLst/>
                <a:uFillTx/>
                <a:latin typeface="arial"/>
                <a:ea typeface="arial"/>
              </a:rPr>
              <a:t>Correcte</a:t>
            </a:r>
            <a:r>
              <a:rPr lang="en-US" sz="2250" b="1" u="none" strike="noStrike">
                <a:solidFill>
                  <a:srgbClr val="013566"/>
                </a:solidFill>
                <a:effectLst/>
                <a:uFillTx/>
                <a:latin typeface="arial"/>
                <a:ea typeface="arial"/>
              </a:rPr>
              <a:t>d </a:t>
            </a:r>
            <a:r>
              <a:rPr lang="en-US" sz="2250" b="1" u="none" strike="noStrike">
                <a:solidFill>
                  <a:srgbClr val="013566"/>
                </a:solidFill>
                <a:effectLst/>
                <a:uFillTx/>
                <a:latin typeface="arial"/>
                <a:ea typeface="arial"/>
              </a:rPr>
              <a:t>calculati</a:t>
            </a:r>
            <a:r>
              <a:rPr lang="en-US" sz="2250" b="1" u="none" strike="noStrike">
                <a:solidFill>
                  <a:srgbClr val="013566"/>
                </a:solidFill>
                <a:effectLst/>
                <a:uFillTx/>
                <a:latin typeface="arial"/>
                <a:ea typeface="arial"/>
              </a:rPr>
              <a:t>on</a:t>
            </a:r>
            <a:endParaRPr lang="en-US" sz="2250" b="0" u="none" strike="noStrike">
              <a:solidFill>
                <a:srgbClr val="000000"/>
              </a:solidFill>
              <a:effectLst/>
              <a:uFillTx/>
              <a:latin typeface="Arial"/>
            </a:endParaRPr>
          </a:p>
        </p:txBody>
      </p:sp>
      <p:sp>
        <p:nvSpPr>
          <p:cNvPr id="62" name="fix-expression"/>
          <p:cNvSpPr/>
          <p:nvPr/>
        </p:nvSpPr>
        <p:spPr>
          <a:xfrm>
            <a:off x="714240" y="4362480"/>
            <a:ext cx="10810440" cy="475920"/>
          </a:xfrm>
          <a:prstGeom prst="rect">
            <a:avLst/>
          </a:prstGeom>
          <a:noFill/>
          <a:ln w="0">
            <a:noFill/>
          </a:ln>
        </p:spPr>
        <p:style>
          <a:lnRef idx="0"/>
          <a:fillRef idx="0"/>
          <a:effectRef idx="0"/>
          <a:fontRef idx="minor"/>
        </p:style>
        <p:txBody>
          <a:bodyPr wrap="none" lIns="0" tIns="0" rIns="0" bIns="0" anchor="t">
            <a:noAutofit/>
          </a:bodyPr>
          <a:p>
            <a:pPr>
              <a:lnSpc>
                <a:spcPct val="115000"/>
              </a:lnSpc>
            </a:pPr>
            <a:r>
              <a:rPr lang="en-US" sz="2250" b="0" u="none" strike="noStrike">
                <a:solidFill>
                  <a:srgbClr val="1D4ED8"/>
                </a:solidFill>
                <a:effectLst/>
                <a:uFillTx/>
                <a:latin typeface="DejaVu Sans Mono"/>
                <a:ea typeface="DejaVu Sans Mono"/>
              </a:rPr>
              <a:t>int</a:t>
            </a:r>
            <a:r>
              <a:rPr lang="en-US" sz="2250" b="0" u="none" strike="noStrike">
                <a:solidFill>
                  <a:srgbClr val="243247"/>
                </a:solidFill>
                <a:effectLst/>
                <a:uFillTx/>
                <a:latin typeface="DejaVu Sans Mono"/>
                <a:ea typeface="DejaVu Sans Mono"/>
              </a:rPr>
              <a:t> </a:t>
            </a:r>
            <a:r>
              <a:rPr lang="en-US" sz="2250" b="0" u="none" strike="noStrike">
                <a:solidFill>
                  <a:srgbClr val="243247"/>
                </a:solidFill>
                <a:effectLst/>
                <a:uFillTx/>
                <a:latin typeface="DejaVu Sans Mono"/>
                <a:ea typeface="DejaVu Sans Mono"/>
              </a:rPr>
              <a:t>additi</a:t>
            </a:r>
            <a:r>
              <a:rPr lang="en-US" sz="2250" b="0" u="none" strike="noStrike">
                <a:solidFill>
                  <a:srgbClr val="243247"/>
                </a:solidFill>
                <a:effectLst/>
                <a:uFillTx/>
                <a:latin typeface="DejaVu Sans Mono"/>
                <a:ea typeface="DejaVu Sans Mono"/>
              </a:rPr>
              <a:t>onal_h</a:t>
            </a:r>
            <a:r>
              <a:rPr lang="en-US" sz="2250" b="0" u="none" strike="noStrike">
                <a:solidFill>
                  <a:srgbClr val="243247"/>
                </a:solidFill>
                <a:effectLst/>
                <a:uFillTx/>
                <a:latin typeface="DejaVu Sans Mono"/>
                <a:ea typeface="DejaVu Sans Mono"/>
              </a:rPr>
              <a:t>ours = </a:t>
            </a:r>
            <a:r>
              <a:rPr lang="en-US" sz="2250" b="0" u="none" strike="noStrike">
                <a:solidFill>
                  <a:srgbClr val="243247"/>
                </a:solidFill>
                <a:effectLst/>
                <a:uFillTx/>
                <a:latin typeface="DejaVu Sans Mono"/>
                <a:ea typeface="DejaVu Sans Mono"/>
              </a:rPr>
              <a:t>(minut</a:t>
            </a:r>
            <a:r>
              <a:rPr lang="en-US" sz="2250" b="0" u="none" strike="noStrike">
                <a:solidFill>
                  <a:srgbClr val="243247"/>
                </a:solidFill>
                <a:effectLst/>
                <a:uFillTx/>
                <a:latin typeface="DejaVu Sans Mono"/>
                <a:ea typeface="DejaVu Sans Mono"/>
              </a:rPr>
              <a:t>es - </a:t>
            </a:r>
            <a:r>
              <a:rPr lang="en-US" sz="2250" b="0" u="none" strike="noStrike">
                <a:solidFill>
                  <a:srgbClr val="A3470A"/>
                </a:solidFill>
                <a:effectLst/>
                <a:uFillTx/>
                <a:latin typeface="DejaVu Sans Mono"/>
                <a:ea typeface="DejaVu Sans Mono"/>
              </a:rPr>
              <a:t>1</a:t>
            </a:r>
            <a:r>
              <a:rPr lang="en-US" sz="2250" b="0" u="none" strike="noStrike">
                <a:solidFill>
                  <a:srgbClr val="243247"/>
                </a:solidFill>
                <a:effectLst/>
                <a:uFillTx/>
                <a:latin typeface="DejaVu Sans Mono"/>
                <a:ea typeface="DejaVu Sans Mono"/>
              </a:rPr>
              <a:t>) / </a:t>
            </a:r>
            <a:r>
              <a:rPr lang="en-US" sz="2250" b="0" u="none" strike="noStrike">
                <a:solidFill>
                  <a:srgbClr val="A3470A"/>
                </a:solidFill>
                <a:effectLst/>
                <a:uFillTx/>
                <a:latin typeface="DejaVu Sans Mono"/>
                <a:ea typeface="DejaVu Sans Mono"/>
              </a:rPr>
              <a:t>60</a:t>
            </a:r>
            <a:r>
              <a:rPr lang="en-US" sz="2250" b="0" u="none" strike="noStrike">
                <a:solidFill>
                  <a:srgbClr val="243247"/>
                </a:solidFill>
                <a:effectLst/>
                <a:uFillTx/>
                <a:latin typeface="DejaVu Sans Mono"/>
                <a:ea typeface="DejaVu Sans Mono"/>
              </a:rPr>
              <a:t>;</a:t>
            </a:r>
            <a:endParaRPr lang="en-US" sz="2250" b="0" u="none" strike="noStrike">
              <a:solidFill>
                <a:srgbClr val="000000"/>
              </a:solidFill>
              <a:effectLst/>
              <a:uFillTx/>
              <a:latin typeface="Arial"/>
            </a:endParaRPr>
          </a:p>
        </p:txBody>
      </p:sp>
      <p:sp>
        <p:nvSpPr>
          <p:cNvPr id="63" name="bug-summary"/>
          <p:cNvSpPr/>
          <p:nvPr/>
        </p:nvSpPr>
        <p:spPr>
          <a:xfrm>
            <a:off x="714240" y="5257800"/>
            <a:ext cx="10810440" cy="837720"/>
          </a:xfrm>
          <a:prstGeom prst="rect">
            <a:avLst/>
          </a:prstGeom>
          <a:noFill/>
          <a:ln w="0">
            <a:noFill/>
          </a:ln>
        </p:spPr>
        <p:style>
          <a:lnRef idx="0"/>
          <a:fillRef idx="0"/>
          <a:effectRef idx="0"/>
          <a:fontRef idx="minor"/>
        </p:style>
        <p:txBody>
          <a:bodyPr wrap="none" lIns="0" tIns="0" rIns="0" bIns="0" anchor="t">
            <a:noAutofit/>
          </a:bodyPr>
          <a:p>
            <a:pPr>
              <a:lnSpc>
                <a:spcPct val="115000"/>
              </a:lnSpc>
            </a:pPr>
            <a:r>
              <a:rPr lang="en-US" sz="2400" b="0" u="none" strike="noStrike">
                <a:solidFill>
                  <a:srgbClr val="013566"/>
                </a:solidFill>
                <a:effectLst/>
                <a:uFillTx/>
                <a:latin typeface="arial"/>
                <a:ea typeface="arial"/>
              </a:rPr>
              <a:t>Same </a:t>
            </a:r>
            <a:r>
              <a:rPr lang="en-US" sz="2400" b="0" u="none" strike="noStrike">
                <a:solidFill>
                  <a:srgbClr val="013566"/>
                </a:solidFill>
                <a:effectLst/>
                <a:uFillTx/>
                <a:latin typeface="arial"/>
                <a:ea typeface="arial"/>
              </a:rPr>
              <a:t>12 tests: </a:t>
            </a:r>
            <a:r>
              <a:rPr lang="en-US" sz="2400" b="0" u="none" strike="noStrike">
                <a:solidFill>
                  <a:srgbClr val="013566"/>
                </a:solidFill>
                <a:effectLst/>
                <a:uFillTx/>
                <a:latin typeface="arial"/>
                <a:ea typeface="arial"/>
              </a:rPr>
              <a:t>9 pass </a:t>
            </a:r>
            <a:r>
              <a:rPr lang="en-US" sz="2400" b="0" u="none" strike="noStrike">
                <a:solidFill>
                  <a:srgbClr val="013566"/>
                </a:solidFill>
                <a:effectLst/>
                <a:uFillTx/>
                <a:latin typeface="arial"/>
                <a:ea typeface="arial"/>
              </a:rPr>
              <a:t>and 3 </a:t>
            </a:r>
            <a:r>
              <a:rPr lang="en-US" sz="2400" b="0" u="none" strike="noStrike">
                <a:solidFill>
                  <a:srgbClr val="013566"/>
                </a:solidFill>
                <a:effectLst/>
                <a:uFillTx/>
                <a:latin typeface="arial"/>
                <a:ea typeface="arial"/>
              </a:rPr>
              <a:t>fail with </a:t>
            </a:r>
            <a:r>
              <a:rPr lang="en-US" sz="2400" b="0" u="none" strike="noStrike">
                <a:solidFill>
                  <a:srgbClr val="013566"/>
                </a:solidFill>
                <a:effectLst/>
                <a:uFillTx/>
                <a:latin typeface="arial"/>
                <a:ea typeface="arial"/>
              </a:rPr>
              <a:t>the bug.</a:t>
            </a:r>
            <a:endParaRPr lang="en-US" sz="2400" b="0" u="none" strike="noStrike">
              <a:solidFill>
                <a:srgbClr val="000000"/>
              </a:solidFill>
              <a:effectLst/>
              <a:uFillTx/>
              <a:latin typeface="Arial"/>
            </a:endParaRPr>
          </a:p>
          <a:p>
            <a:pPr>
              <a:lnSpc>
                <a:spcPct val="115000"/>
              </a:lnSpc>
            </a:pPr>
            <a:r>
              <a:rPr lang="en-US" sz="2400" b="0" u="none" strike="noStrike">
                <a:solidFill>
                  <a:srgbClr val="013566"/>
                </a:solidFill>
                <a:effectLst/>
                <a:uFillTx/>
                <a:latin typeface="arial"/>
                <a:ea typeface="arial"/>
              </a:rPr>
              <a:t>After </a:t>
            </a:r>
            <a:r>
              <a:rPr lang="en-US" sz="2400" b="0" u="none" strike="noStrike">
                <a:solidFill>
                  <a:srgbClr val="013566"/>
                </a:solidFill>
                <a:effectLst/>
                <a:uFillTx/>
                <a:latin typeface="arial"/>
                <a:ea typeface="arial"/>
              </a:rPr>
              <a:t>correctio</a:t>
            </a:r>
            <a:r>
              <a:rPr lang="en-US" sz="2400" b="0" u="none" strike="noStrike">
                <a:solidFill>
                  <a:srgbClr val="013566"/>
                </a:solidFill>
                <a:effectLst/>
                <a:uFillTx/>
                <a:latin typeface="arial"/>
                <a:ea typeface="arial"/>
              </a:rPr>
              <a:t>n: all 12 </a:t>
            </a:r>
            <a:r>
              <a:rPr lang="en-US" sz="2400" b="0" u="none" strike="noStrike">
                <a:solidFill>
                  <a:srgbClr val="013566"/>
                </a:solidFill>
                <a:effectLst/>
                <a:uFillTx/>
                <a:latin typeface="arial"/>
                <a:ea typeface="arial"/>
              </a:rPr>
              <a:t>pass.</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513000" y="673560"/>
            <a:ext cx="11165760" cy="571320"/>
          </a:xfrm>
          <a:prstGeom prst="rect">
            <a:avLst/>
          </a:prstGeom>
          <a:noFill/>
          <a:ln w="0">
            <a:noFill/>
          </a:ln>
        </p:spPr>
        <p:txBody>
          <a:bodyPr lIns="0" tIns="0" rIns="0" bIns="0" anchor="t">
            <a:noAutofit/>
          </a:bodyPr>
          <a:p>
            <a:pPr indent="0" algn="l">
              <a:lnSpc>
                <a:spcPct val="115000"/>
              </a:lnSpc>
              <a:buNone/>
            </a:pPr>
            <a:r>
              <a:rPr lang="en-US" sz="3340" b="1" u="none" strike="noStrike">
                <a:solidFill>
                  <a:srgbClr val="013566"/>
                </a:solidFill>
                <a:effectLst/>
                <a:uFillTx/>
                <a:latin typeface="Arial"/>
                <a:ea typeface="Arial"/>
              </a:rPr>
              <a:t>Resul</a:t>
            </a:r>
            <a:r>
              <a:rPr lang="en-US" sz="3340" b="1" u="none" strike="noStrike">
                <a:solidFill>
                  <a:srgbClr val="013566"/>
                </a:solidFill>
                <a:effectLst/>
                <a:uFillTx/>
                <a:latin typeface="Arial"/>
                <a:ea typeface="Arial"/>
              </a:rPr>
              <a:t>ts </a:t>
            </a:r>
            <a:r>
              <a:rPr lang="en-US" sz="3340" b="1" u="none" strike="noStrike">
                <a:solidFill>
                  <a:srgbClr val="013566"/>
                </a:solidFill>
                <a:effectLst/>
                <a:uFillTx/>
                <a:latin typeface="Arial"/>
                <a:ea typeface="Arial"/>
              </a:rPr>
              <a:t>and </a:t>
            </a:r>
            <a:r>
              <a:rPr lang="en-US" sz="3340" b="1" u="none" strike="noStrike">
                <a:solidFill>
                  <a:srgbClr val="013566"/>
                </a:solidFill>
                <a:effectLst/>
                <a:uFillTx/>
                <a:latin typeface="Arial"/>
                <a:ea typeface="Arial"/>
              </a:rPr>
              <a:t>what </a:t>
            </a:r>
            <a:r>
              <a:rPr lang="en-US" sz="3340" b="1" u="none" strike="noStrike">
                <a:solidFill>
                  <a:srgbClr val="013566"/>
                </a:solidFill>
                <a:effectLst/>
                <a:uFillTx/>
                <a:latin typeface="Arial"/>
                <a:ea typeface="Arial"/>
              </a:rPr>
              <a:t>they </a:t>
            </a:r>
            <a:r>
              <a:rPr lang="en-US" sz="3340" b="1" u="none" strike="noStrike">
                <a:solidFill>
                  <a:srgbClr val="013566"/>
                </a:solidFill>
                <a:effectLst/>
                <a:uFillTx/>
                <a:latin typeface="Arial"/>
                <a:ea typeface="Arial"/>
              </a:rPr>
              <a:t>mean</a:t>
            </a:r>
            <a:endParaRPr lang="en-US" sz="3340" b="1" u="none" strike="noStrike">
              <a:solidFill>
                <a:srgbClr val="013566"/>
              </a:solidFill>
              <a:effectLst/>
              <a:uFillTx/>
              <a:latin typeface="Arial"/>
            </a:endParaRPr>
          </a:p>
        </p:txBody>
      </p:sp>
      <p:sp>
        <p:nvSpPr>
          <p:cNvPr id="65" name="PlaceHolder 2"/>
          <p:cNvSpPr>
            <a:spLocks noGrp="1"/>
          </p:cNvSpPr>
          <p:nvPr>
            <p:ph/>
          </p:nvPr>
        </p:nvSpPr>
        <p:spPr>
          <a:xfrm>
            <a:off x="581040" y="1562040"/>
            <a:ext cx="11029680" cy="9000"/>
          </a:xfrm>
          <a:prstGeom prst="rect">
            <a:avLst/>
          </a:prstGeom>
          <a:noFill/>
          <a:ln w="0">
            <a:noFill/>
          </a:ln>
        </p:spPr>
        <p:txBody>
          <a:bodyPr lIns="0" tIns="0" rIns="0" bIns="0" anchor="t">
            <a:noAutofit/>
          </a:bodyPr>
          <a:p>
            <a:pPr marL="609480" indent="-304920" algn="l">
              <a:buNone/>
              <a:tabLst>
                <a:tab pos="0" algn="l"/>
              </a:tabLst>
            </a:pPr>
            <a:endParaRPr lang="en-US" sz="2400" b="0" u="none" strike="noStrike">
              <a:solidFill>
                <a:srgbClr val="013566"/>
              </a:solidFill>
              <a:effectLst/>
              <a:uFillTx/>
              <a:latin typeface="arial"/>
            </a:endParaRPr>
          </a:p>
        </p:txBody>
      </p:sp>
      <p:graphicFrame>
        <p:nvGraphicFramePr>
          <p:cNvPr id="66" name=""/>
          <p:cNvGraphicFramePr/>
          <p:nvPr/>
        </p:nvGraphicFramePr>
        <p:xfrm>
          <a:off x="581040" y="1666800"/>
          <a:ext cx="11029680" cy="1685880"/>
        </p:xfrm>
        <a:graphic>
          <a:graphicData uri="http://schemas.openxmlformats.org/drawingml/2006/table">
            <a:tbl>
              <a:tblPr/>
              <a:tblGrid>
                <a:gridCol w="3714480"/>
                <a:gridCol w="4190760"/>
                <a:gridCol w="3124080"/>
              </a:tblGrid>
              <a:tr h="561960">
                <a:tc>
                  <a:txBody>
                    <a:bodyPr lIns="133200" tIns="114120" rIns="95040" bIns="114120" anchor="ctr">
                      <a:noAutofit/>
                    </a:bodyPr>
                    <a:p>
                      <a:pPr>
                        <a:lnSpc>
                          <a:spcPct val="100000"/>
                        </a:lnSpc>
                      </a:pPr>
                      <a:r>
                        <a:rPr lang="en-US" sz="2100" b="1" u="none" strike="noStrike">
                          <a:solidFill>
                            <a:srgbClr val="FFFFFF"/>
                          </a:solidFill>
                          <a:effectLst/>
                          <a:uFillTx/>
                          <a:latin typeface="arial"/>
                          <a:ea typeface="arial"/>
                        </a:rPr>
                        <a:t>Implementation</a:t>
                      </a:r>
                      <a:endParaRPr lang="en-US" sz="2100" b="0" u="none" strike="noStrike">
                        <a:solidFill>
                          <a:srgbClr val="FFFFFF"/>
                        </a:solidFill>
                        <a:effectLst/>
                        <a:uFillTx/>
                        <a:latin typeface="Arial"/>
                      </a:endParaRPr>
                    </a:p>
                  </a:txBody>
                  <a:tcPr anchor="ctr" marL="133200" marR="95040" marT="114120" marB="114120">
                    <a:lnL w="6480">
                      <a:solidFill>
                        <a:srgbClr val="B5C4D1"/>
                      </a:solidFill>
                      <a:prstDash val="solid"/>
                    </a:lnL>
                    <a:lnR w="6480">
                      <a:solidFill>
                        <a:srgbClr val="B5C4D1"/>
                      </a:solidFill>
                      <a:prstDash val="solid"/>
                    </a:lnR>
                    <a:lnT w="6480">
                      <a:solidFill>
                        <a:srgbClr val="B5C4D1"/>
                      </a:solidFill>
                      <a:prstDash val="solid"/>
                    </a:lnT>
                    <a:lnB w="6480">
                      <a:solidFill>
                        <a:srgbClr val="B5C4D1"/>
                      </a:solidFill>
                      <a:prstDash val="solid"/>
                    </a:lnB>
                    <a:solidFill>
                      <a:srgbClr val="013566"/>
                    </a:solidFill>
                  </a:tcPr>
                </a:tc>
                <a:tc>
                  <a:txBody>
                    <a:bodyPr lIns="133200" tIns="114120" rIns="95040" bIns="114120" anchor="ctr">
                      <a:noAutofit/>
                    </a:bodyPr>
                    <a:p>
                      <a:pPr>
                        <a:lnSpc>
                          <a:spcPct val="100000"/>
                        </a:lnSpc>
                      </a:pPr>
                      <a:r>
                        <a:rPr lang="en-US" sz="2100" b="1" u="none" strike="noStrike">
                          <a:solidFill>
                            <a:srgbClr val="FFFFFF"/>
                          </a:solidFill>
                          <a:effectLst/>
                          <a:uFillTx/>
                          <a:latin typeface="arial"/>
                          <a:ea typeface="arial"/>
                        </a:rPr>
                        <a:t>cmocka results</a:t>
                      </a:r>
                      <a:endParaRPr lang="en-US" sz="2100" b="0" u="none" strike="noStrike">
                        <a:solidFill>
                          <a:srgbClr val="FFFFFF"/>
                        </a:solidFill>
                        <a:effectLst/>
                        <a:uFillTx/>
                        <a:latin typeface="Arial"/>
                      </a:endParaRPr>
                    </a:p>
                  </a:txBody>
                  <a:tcPr anchor="ctr" marL="133200" marR="95040" marT="114120" marB="114120">
                    <a:lnL w="12240">
                      <a:solidFill>
                        <a:srgbClr val="000000"/>
                      </a:solidFill>
                      <a:prstDash val="solid"/>
                    </a:lnL>
                    <a:lnR w="6480">
                      <a:solidFill>
                        <a:srgbClr val="B5C4D1"/>
                      </a:solidFill>
                      <a:prstDash val="solid"/>
                    </a:lnR>
                    <a:lnT w="6480">
                      <a:solidFill>
                        <a:srgbClr val="B5C4D1"/>
                      </a:solidFill>
                      <a:prstDash val="solid"/>
                    </a:lnT>
                    <a:lnB w="6480">
                      <a:solidFill>
                        <a:srgbClr val="B5C4D1"/>
                      </a:solidFill>
                      <a:prstDash val="solid"/>
                    </a:lnB>
                    <a:solidFill>
                      <a:srgbClr val="013566"/>
                    </a:solidFill>
                  </a:tcPr>
                </a:tc>
                <a:tc>
                  <a:txBody>
                    <a:bodyPr lIns="133200" tIns="114120" rIns="95040" bIns="114120" anchor="ctr">
                      <a:noAutofit/>
                    </a:bodyPr>
                    <a:p>
                      <a:pPr>
                        <a:lnSpc>
                          <a:spcPct val="100000"/>
                        </a:lnSpc>
                      </a:pPr>
                      <a:r>
                        <a:rPr lang="en-US" sz="2100" b="1" u="none" strike="noStrike">
                          <a:solidFill>
                            <a:srgbClr val="FFFFFF"/>
                          </a:solidFill>
                          <a:effectLst/>
                          <a:uFillTx/>
                          <a:latin typeface="arial"/>
                          <a:ea typeface="arial"/>
                        </a:rPr>
                        <a:t>CTest executable</a:t>
                      </a:r>
                      <a:endParaRPr lang="en-US" sz="2100" b="0" u="none" strike="noStrike">
                        <a:solidFill>
                          <a:srgbClr val="FFFFFF"/>
                        </a:solidFill>
                        <a:effectLst/>
                        <a:uFillTx/>
                        <a:latin typeface="Arial"/>
                      </a:endParaRPr>
                    </a:p>
                  </a:txBody>
                  <a:tcPr anchor="ctr" marL="133200" marR="95040" marT="114120" marB="114120">
                    <a:lnL w="12240">
                      <a:solidFill>
                        <a:srgbClr val="000000"/>
                      </a:solidFill>
                      <a:prstDash val="solid"/>
                    </a:lnL>
                    <a:lnR w="6480">
                      <a:solidFill>
                        <a:srgbClr val="B5C4D1"/>
                      </a:solidFill>
                      <a:prstDash val="solid"/>
                    </a:lnR>
                    <a:lnT w="6480">
                      <a:solidFill>
                        <a:srgbClr val="B5C4D1"/>
                      </a:solidFill>
                      <a:prstDash val="solid"/>
                    </a:lnT>
                    <a:lnB w="6480">
                      <a:solidFill>
                        <a:srgbClr val="B5C4D1"/>
                      </a:solidFill>
                      <a:prstDash val="solid"/>
                    </a:lnB>
                    <a:solidFill>
                      <a:srgbClr val="013566"/>
                    </a:solidFill>
                  </a:tcPr>
                </a:tc>
              </a:tr>
              <a:tr h="561960">
                <a:tc>
                  <a:txBody>
                    <a:bodyPr lIns="133200" tIns="114120" rIns="95040" bIns="114120" anchor="ctr">
                      <a:noAutofit/>
                    </a:bodyPr>
                    <a:p>
                      <a:pPr>
                        <a:lnSpc>
                          <a:spcPct val="100000"/>
                        </a:lnSpc>
                      </a:pPr>
                      <a:r>
                        <a:rPr lang="en-US" sz="2100" b="0" u="none" strike="noStrike">
                          <a:solidFill>
                            <a:srgbClr val="013566"/>
                          </a:solidFill>
                          <a:effectLst/>
                          <a:uFillTx/>
                          <a:latin typeface="arial"/>
                          <a:ea typeface="arial"/>
                        </a:rPr>
                        <a:t>Buggy calculation</a:t>
                      </a:r>
                      <a:endParaRPr lang="en-US" sz="2100" b="0" u="none" strike="noStrike">
                        <a:solidFill>
                          <a:srgbClr val="000000"/>
                        </a:solidFill>
                        <a:effectLst/>
                        <a:uFillTx/>
                        <a:latin typeface="Arial"/>
                      </a:endParaRPr>
                    </a:p>
                  </a:txBody>
                  <a:tcPr anchor="ctr" marL="133200" marR="95040" marT="114120" marB="11412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33200" tIns="114120" rIns="95040" bIns="114120" anchor="ctr">
                      <a:noAutofit/>
                    </a:bodyPr>
                    <a:p>
                      <a:pPr>
                        <a:lnSpc>
                          <a:spcPct val="100000"/>
                        </a:lnSpc>
                      </a:pPr>
                      <a:r>
                        <a:rPr lang="en-US" sz="2100" b="0" u="none" strike="noStrike">
                          <a:solidFill>
                            <a:srgbClr val="013566"/>
                          </a:solidFill>
                          <a:effectLst/>
                          <a:uFillTx/>
                          <a:latin typeface="arial"/>
                          <a:ea typeface="arial"/>
                        </a:rPr>
                        <a:t>9 passed, 3 failed</a:t>
                      </a:r>
                      <a:endParaRPr lang="en-US" sz="2100" b="0" u="none" strike="noStrike">
                        <a:solidFill>
                          <a:srgbClr val="000000"/>
                        </a:solidFill>
                        <a:effectLst/>
                        <a:uFillTx/>
                        <a:latin typeface="Arial"/>
                      </a:endParaRPr>
                    </a:p>
                  </a:txBody>
                  <a:tcPr anchor="ctr" marL="133200" marR="95040" marT="114120" marB="11412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33200" tIns="114120" rIns="95040" bIns="114120" anchor="ctr">
                      <a:noAutofit/>
                    </a:bodyPr>
                    <a:p>
                      <a:pPr>
                        <a:lnSpc>
                          <a:spcPct val="100000"/>
                        </a:lnSpc>
                      </a:pPr>
                      <a:r>
                        <a:rPr lang="en-US" sz="2100" b="0" u="none" strike="noStrike">
                          <a:solidFill>
                            <a:srgbClr val="013566"/>
                          </a:solidFill>
                          <a:effectLst/>
                          <a:uFillTx/>
                          <a:latin typeface="arial"/>
                          <a:ea typeface="arial"/>
                        </a:rPr>
                        <a:t>Failed</a:t>
                      </a:r>
                      <a:endParaRPr lang="en-US" sz="2100" b="0" u="none" strike="noStrike">
                        <a:solidFill>
                          <a:srgbClr val="000000"/>
                        </a:solidFill>
                        <a:effectLst/>
                        <a:uFillTx/>
                        <a:latin typeface="Arial"/>
                      </a:endParaRPr>
                    </a:p>
                  </a:txBody>
                  <a:tcPr anchor="ctr" marL="133200" marR="95040" marT="114120" marB="11412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r h="561960">
                <a:tc>
                  <a:txBody>
                    <a:bodyPr lIns="133200" tIns="114120" rIns="95040" bIns="114120" anchor="ctr">
                      <a:noAutofit/>
                    </a:bodyPr>
                    <a:p>
                      <a:pPr>
                        <a:lnSpc>
                          <a:spcPct val="100000"/>
                        </a:lnSpc>
                      </a:pPr>
                      <a:r>
                        <a:rPr lang="en-US" sz="2100" b="0" u="none" strike="noStrike">
                          <a:solidFill>
                            <a:srgbClr val="013566"/>
                          </a:solidFill>
                          <a:effectLst/>
                          <a:uFillTx/>
                          <a:latin typeface="arial"/>
                          <a:ea typeface="arial"/>
                        </a:rPr>
                        <a:t>Correct calculation</a:t>
                      </a:r>
                      <a:endParaRPr lang="en-US" sz="2100" b="0" u="none" strike="noStrike">
                        <a:solidFill>
                          <a:srgbClr val="000000"/>
                        </a:solidFill>
                        <a:effectLst/>
                        <a:uFillTx/>
                        <a:latin typeface="Arial"/>
                      </a:endParaRPr>
                    </a:p>
                  </a:txBody>
                  <a:tcPr anchor="ctr" marL="133200" marR="95040" marT="114120" marB="114120">
                    <a:lnL w="6480">
                      <a:solidFill>
                        <a:srgbClr val="B5C4D1"/>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33200" tIns="114120" rIns="95040" bIns="114120" anchor="ctr">
                      <a:noAutofit/>
                    </a:bodyPr>
                    <a:p>
                      <a:pPr>
                        <a:lnSpc>
                          <a:spcPct val="100000"/>
                        </a:lnSpc>
                      </a:pPr>
                      <a:r>
                        <a:rPr lang="en-US" sz="2100" b="0" u="none" strike="noStrike">
                          <a:solidFill>
                            <a:srgbClr val="013566"/>
                          </a:solidFill>
                          <a:effectLst/>
                          <a:uFillTx/>
                          <a:latin typeface="arial"/>
                          <a:ea typeface="arial"/>
                        </a:rPr>
                        <a:t>12 passed, 0 failed</a:t>
                      </a:r>
                      <a:endParaRPr lang="en-US" sz="2100" b="0" u="none" strike="noStrike">
                        <a:solidFill>
                          <a:srgbClr val="000000"/>
                        </a:solidFill>
                        <a:effectLst/>
                        <a:uFillTx/>
                        <a:latin typeface="Arial"/>
                      </a:endParaRPr>
                    </a:p>
                  </a:txBody>
                  <a:tcPr anchor="ctr" marL="133200" marR="95040" marT="114120" marB="11412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c>
                  <a:txBody>
                    <a:bodyPr lIns="133200" tIns="114120" rIns="95040" bIns="114120" anchor="ctr">
                      <a:noAutofit/>
                    </a:bodyPr>
                    <a:p>
                      <a:pPr>
                        <a:lnSpc>
                          <a:spcPct val="100000"/>
                        </a:lnSpc>
                      </a:pPr>
                      <a:r>
                        <a:rPr lang="en-US" sz="2100" b="0" u="none" strike="noStrike">
                          <a:solidFill>
                            <a:srgbClr val="013566"/>
                          </a:solidFill>
                          <a:effectLst/>
                          <a:uFillTx/>
                          <a:latin typeface="arial"/>
                          <a:ea typeface="arial"/>
                        </a:rPr>
                        <a:t>Passed</a:t>
                      </a:r>
                      <a:endParaRPr lang="en-US" sz="2100" b="0" u="none" strike="noStrike">
                        <a:solidFill>
                          <a:srgbClr val="000000"/>
                        </a:solidFill>
                        <a:effectLst/>
                        <a:uFillTx/>
                        <a:latin typeface="Arial"/>
                      </a:endParaRPr>
                    </a:p>
                  </a:txBody>
                  <a:tcPr anchor="ctr" marL="133200" marR="95040" marT="114120" marB="114120">
                    <a:lnL w="12240">
                      <a:solidFill>
                        <a:srgbClr val="000000"/>
                      </a:solidFill>
                      <a:prstDash val="solid"/>
                    </a:lnL>
                    <a:lnR w="6480">
                      <a:solidFill>
                        <a:srgbClr val="B5C4D1"/>
                      </a:solidFill>
                      <a:prstDash val="solid"/>
                    </a:lnR>
                    <a:lnT w="12240">
                      <a:solidFill>
                        <a:srgbClr val="000000"/>
                      </a:solidFill>
                      <a:prstDash val="solid"/>
                    </a:lnT>
                    <a:lnB w="6480">
                      <a:solidFill>
                        <a:srgbClr val="B5C4D1"/>
                      </a:solidFill>
                      <a:prstDash val="solid"/>
                    </a:lnB>
                    <a:solidFill>
                      <a:srgbClr val="FFFFFF"/>
                    </a:solidFill>
                  </a:tcPr>
                </a:tc>
              </a:tr>
            </a:tbl>
          </a:graphicData>
        </a:graphic>
      </p:graphicFrame>
      <p:sp>
        <p:nvSpPr>
          <p:cNvPr id="67" name="result-explanation"/>
          <p:cNvSpPr/>
          <p:nvPr/>
        </p:nvSpPr>
        <p:spPr>
          <a:xfrm>
            <a:off x="876240" y="3809880"/>
            <a:ext cx="10477080" cy="2400120"/>
          </a:xfrm>
          <a:prstGeom prst="rect">
            <a:avLst/>
          </a:prstGeom>
          <a:noFill/>
          <a:ln w="0">
            <a:noFill/>
          </a:ln>
        </p:spPr>
        <p:style>
          <a:lnRef idx="0"/>
          <a:fillRef idx="0"/>
          <a:effectRef idx="0"/>
          <a:fontRef idx="minor"/>
        </p:style>
        <p:txBody>
          <a:bodyPr wrap="none" lIns="0" tIns="0" rIns="0" bIns="0" anchor="t">
            <a:noAutofit/>
          </a:bodyPr>
          <a:p>
            <a:pPr>
              <a:lnSpc>
                <a:spcPct val="115000"/>
              </a:lnSpc>
            </a:pPr>
            <a:r>
              <a:rPr lang="en-US" sz="2250" b="0" u="none" strike="noStrike">
                <a:solidFill>
                  <a:srgbClr val="013566"/>
                </a:solidFill>
                <a:effectLst/>
                <a:uFillTx/>
                <a:latin typeface="arial"/>
                <a:ea typeface="arial"/>
              </a:rPr>
              <a:t>Boundary tests exposed errors at exact hour endings.</a:t>
            </a:r>
            <a:endParaRPr lang="en-US" sz="2250" b="0" u="none" strike="noStrike">
              <a:solidFill>
                <a:srgbClr val="000000"/>
              </a:solidFill>
              <a:effectLst/>
              <a:uFillTx/>
              <a:latin typeface="Arial"/>
            </a:endParaRPr>
          </a:p>
          <a:p>
            <a:pPr>
              <a:lnSpc>
                <a:spcPct val="100000"/>
              </a:lnSpc>
            </a:pPr>
            <a:endParaRPr lang="en-US" sz="2250" b="0" u="none" strike="noStrike">
              <a:solidFill>
                <a:srgbClr val="000000"/>
              </a:solidFill>
              <a:effectLst/>
              <a:uFillTx/>
              <a:latin typeface="Arial"/>
            </a:endParaRPr>
          </a:p>
          <a:p>
            <a:pPr>
              <a:lnSpc>
                <a:spcPct val="115000"/>
              </a:lnSpc>
            </a:pPr>
            <a:r>
              <a:rPr lang="en-US" sz="2250" b="0" u="none" strike="noStrike">
                <a:solidFill>
                  <a:srgbClr val="013566"/>
                </a:solidFill>
                <a:effectLst/>
                <a:uFillTx/>
                <a:latin typeface="arial"/>
                <a:ea typeface="arial"/>
              </a:rPr>
              <a:t>Passing tests support the behavior of the checked inputs.</a:t>
            </a:r>
            <a:endParaRPr lang="en-US" sz="2250" b="0" u="none" strike="noStrike">
              <a:solidFill>
                <a:srgbClr val="000000"/>
              </a:solidFill>
              <a:effectLst/>
              <a:uFillTx/>
              <a:latin typeface="Arial"/>
            </a:endParaRPr>
          </a:p>
          <a:p>
            <a:pPr>
              <a:lnSpc>
                <a:spcPct val="115000"/>
              </a:lnSpc>
            </a:pPr>
            <a:r>
              <a:rPr lang="en-US" sz="2250" b="0" u="none" strike="noStrike">
                <a:solidFill>
                  <a:srgbClr val="013566"/>
                </a:solidFill>
                <a:effectLst/>
                <a:uFillTx/>
                <a:latin typeface="arial"/>
                <a:ea typeface="arial"/>
              </a:rPr>
              <a:t>They do not prove the absence of defects or code coverage.</a:t>
            </a:r>
            <a:endParaRPr lang="en-US" sz="2250" b="0" u="none" strike="noStrike">
              <a:solidFill>
                <a:srgbClr val="000000"/>
              </a:solidFill>
              <a:effectLst/>
              <a:uFillTx/>
              <a:latin typeface="Arial"/>
            </a:endParaRPr>
          </a:p>
          <a:p>
            <a:pPr>
              <a:lnSpc>
                <a:spcPct val="100000"/>
              </a:lnSpc>
            </a:pPr>
            <a:endParaRPr lang="en-US" sz="2250" b="0" u="none" strike="noStrike">
              <a:solidFill>
                <a:srgbClr val="000000"/>
              </a:solidFill>
              <a:effectLst/>
              <a:uFillTx/>
              <a:latin typeface="Arial"/>
            </a:endParaRPr>
          </a:p>
          <a:p>
            <a:pPr>
              <a:lnSpc>
                <a:spcPct val="115000"/>
              </a:lnSpc>
            </a:pPr>
            <a:r>
              <a:rPr lang="en-US" sz="2250" b="0" u="none" strike="noStrike">
                <a:solidFill>
                  <a:srgbClr val="013566"/>
                </a:solidFill>
                <a:effectLst/>
                <a:uFillTx/>
                <a:latin typeface="arial"/>
                <a:ea typeface="arial"/>
              </a:rPr>
              <a:t>Expected values must also match the requirements.</a:t>
            </a:r>
            <a:endParaRPr lang="en-US" sz="2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513000" y="673560"/>
            <a:ext cx="11165760" cy="571320"/>
          </a:xfrm>
          <a:prstGeom prst="rect">
            <a:avLst/>
          </a:prstGeom>
          <a:noFill/>
          <a:ln w="0">
            <a:noFill/>
          </a:ln>
        </p:spPr>
        <p:txBody>
          <a:bodyPr lIns="0" tIns="0" rIns="0" bIns="0" anchor="t">
            <a:noAutofit/>
          </a:bodyPr>
          <a:p>
            <a:pPr indent="0" algn="l">
              <a:lnSpc>
                <a:spcPct val="115000"/>
              </a:lnSpc>
              <a:buNone/>
            </a:pPr>
            <a:r>
              <a:rPr lang="en-US" sz="3340" b="1" u="none" strike="noStrike">
                <a:solidFill>
                  <a:srgbClr val="013566"/>
                </a:solidFill>
                <a:effectLst/>
                <a:uFillTx/>
                <a:latin typeface="Arial"/>
                <a:ea typeface="Arial"/>
              </a:rPr>
              <a:t>Permi</a:t>
            </a:r>
            <a:r>
              <a:rPr lang="en-US" sz="3340" b="1" u="none" strike="noStrike">
                <a:solidFill>
                  <a:srgbClr val="013566"/>
                </a:solidFill>
                <a:effectLst/>
                <a:uFillTx/>
                <a:latin typeface="Arial"/>
                <a:ea typeface="Arial"/>
              </a:rPr>
              <a:t>ssion </a:t>
            </a:r>
            <a:r>
              <a:rPr lang="en-US" sz="3340" b="1" u="none" strike="noStrike">
                <a:solidFill>
                  <a:srgbClr val="013566"/>
                </a:solidFill>
                <a:effectLst/>
                <a:uFillTx/>
                <a:latin typeface="Arial"/>
                <a:ea typeface="Arial"/>
              </a:rPr>
              <a:t>to </a:t>
            </a:r>
            <a:r>
              <a:rPr lang="en-US" sz="3340" b="1" u="none" strike="noStrike">
                <a:solidFill>
                  <a:srgbClr val="013566"/>
                </a:solidFill>
                <a:effectLst/>
                <a:uFillTx/>
                <a:latin typeface="Arial"/>
                <a:ea typeface="Arial"/>
              </a:rPr>
              <a:t>Reus</a:t>
            </a:r>
            <a:r>
              <a:rPr lang="en-US" sz="3340" b="1" u="none" strike="noStrike">
                <a:solidFill>
                  <a:srgbClr val="013566"/>
                </a:solidFill>
                <a:effectLst/>
                <a:uFillTx/>
                <a:latin typeface="Arial"/>
                <a:ea typeface="Arial"/>
              </a:rPr>
              <a:t>e</a:t>
            </a:r>
            <a:endParaRPr lang="en-US" sz="3340" b="1" u="none" strike="noStrike">
              <a:solidFill>
                <a:srgbClr val="013566"/>
              </a:solidFill>
              <a:effectLst/>
              <a:uFillTx/>
              <a:latin typeface="Arial"/>
            </a:endParaRPr>
          </a:p>
        </p:txBody>
      </p:sp>
      <p:sp>
        <p:nvSpPr>
          <p:cNvPr id="69" name="PlaceHolder 2"/>
          <p:cNvSpPr>
            <a:spLocks noGrp="1"/>
          </p:cNvSpPr>
          <p:nvPr>
            <p:ph/>
          </p:nvPr>
        </p:nvSpPr>
        <p:spPr>
          <a:xfrm>
            <a:off x="400320" y="1438560"/>
            <a:ext cx="10572480" cy="1761840"/>
          </a:xfrm>
          <a:prstGeom prst="rect">
            <a:avLst/>
          </a:prstGeom>
          <a:noFill/>
          <a:ln w="0">
            <a:noFill/>
          </a:ln>
        </p:spPr>
        <p:txBody>
          <a:bodyPr lIns="0" tIns="0" rIns="0" bIns="0" anchor="t">
            <a:noAutofit/>
          </a:bodyPr>
          <a:p>
            <a:pPr marL="609480" indent="-304920" algn="l">
              <a:lnSpc>
                <a:spcPct val="116000"/>
              </a:lnSpc>
              <a:buNone/>
              <a:tabLst>
                <a:tab pos="0" algn="l"/>
              </a:tabLst>
            </a:pPr>
            <a:r>
              <a:rPr lang="en-US" sz="2400" b="0" u="none" strike="noStrike">
                <a:solidFill>
                  <a:srgbClr val="013566"/>
                </a:solidFill>
                <a:effectLst/>
                <a:uFillTx/>
                <a:latin typeface="arial"/>
                <a:ea typeface="arial"/>
              </a:rPr>
              <a:t>Example GitHub Repo: </a:t>
            </a:r>
            <a:endParaRPr lang="en-US" sz="2400" b="0" u="none" strike="noStrike">
              <a:solidFill>
                <a:srgbClr val="013566"/>
              </a:solidFill>
              <a:effectLst/>
              <a:uFillTx/>
              <a:latin typeface="arial"/>
            </a:endParaRPr>
          </a:p>
          <a:p>
            <a:pPr marL="609480" indent="-304920" algn="l">
              <a:lnSpc>
                <a:spcPct val="116000"/>
              </a:lnSpc>
              <a:buNone/>
              <a:tabLst>
                <a:tab pos="0" algn="l"/>
              </a:tabLst>
            </a:pPr>
            <a:r>
              <a:rPr lang="en-US" sz="2400" b="0" u="none" strike="noStrike">
                <a:solidFill>
                  <a:srgbClr val="013566"/>
                </a:solidFill>
                <a:effectLst/>
                <a:uFillTx/>
                <a:latin typeface="arial"/>
                <a:ea typeface="arial"/>
                <a:hlinkClick r:id="rId1"/>
              </a:rPr>
              <a:t>https://github.com/BMAGS6/parking-garage-specification-testing</a:t>
            </a:r>
            <a:endParaRPr lang="en-US" sz="2400" b="0" u="none" strike="noStrike">
              <a:solidFill>
                <a:srgbClr val="013566"/>
              </a:solidFill>
              <a:effectLst/>
              <a:uFillTx/>
              <a:latin typeface="arial"/>
            </a:endParaRPr>
          </a:p>
          <a:p>
            <a:pPr marL="609480" indent="-304920" algn="l">
              <a:lnSpc>
                <a:spcPct val="116000"/>
              </a:lnSpc>
              <a:buNone/>
              <a:tabLst>
                <a:tab pos="0" algn="l"/>
              </a:tabLst>
            </a:pPr>
            <a:endParaRPr lang="en-US" sz="2400" b="0" u="none" strike="noStrike">
              <a:solidFill>
                <a:srgbClr val="013566"/>
              </a:solidFill>
              <a:effectLst/>
              <a:uFillTx/>
              <a:latin typeface="arial"/>
            </a:endParaRPr>
          </a:p>
          <a:p>
            <a:pPr marL="609480" indent="-304920" algn="l">
              <a:lnSpc>
                <a:spcPct val="116000"/>
              </a:lnSpc>
              <a:buNone/>
              <a:tabLst>
                <a:tab pos="0" algn="l"/>
              </a:tabLst>
            </a:pPr>
            <a:r>
              <a:rPr lang="en-US" sz="2400" b="0" u="none" strike="noStrike">
                <a:solidFill>
                  <a:srgbClr val="013566"/>
                </a:solidFill>
                <a:effectLst/>
                <a:uFillTx/>
                <a:latin typeface="arial"/>
                <a:ea typeface="arial"/>
              </a:rPr>
              <a:t>I understand that this recording may be shared with other students as a learning resource. I give my permission for this to be used freely in future courses at JWU only with appropriate attribution.</a:t>
            </a:r>
            <a:endParaRPr lang="en-US" sz="2400" b="0" u="none" strike="noStrike">
              <a:solidFill>
                <a:srgbClr val="013566"/>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JWU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a:prstDash val="solid"/>
        </a:ln>
        <a:ln w="25400">
          <a:prstDash val="solid"/>
        </a:ln>
        <a:ln w="38100">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275</TotalTime>
  <Application>LibreOffice/26.8.1.1$Linux_X86_64 LibreOffice_project/bf6ef2662401c7d6dce671ab4deb26ee0af3a7c1</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2026-10-28T00:16:58Z</dcterms:created>
  <dc:creator>Walnut Exporter</dc:creator>
  <dc:description/>
  <dc:language>en-US</dc:language>
  <cp:lastModifiedBy/>
  <dcterms:modified xsi:type="dcterms:W3CDTF">2026-10-28T01:10:41Z</dcterms:modified>
  <cp:revision>4</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